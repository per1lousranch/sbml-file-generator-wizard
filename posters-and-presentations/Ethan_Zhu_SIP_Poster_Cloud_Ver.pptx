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775FF9C6.xml" ContentType="application/vnd.ms-powerpoint.comment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4"/>
  </p:notesMasterIdLst>
  <p:sldIdLst>
    <p:sldId id="256" r:id="rId2"/>
    <p:sldId id="257" r:id="rId3"/>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76" userDrawn="1">
          <p15:clr>
            <a:srgbClr val="A4A3A4"/>
          </p15:clr>
        </p15:guide>
        <p15:guide id="5" orient="horz" pos="2232" userDrawn="1">
          <p15:clr>
            <a:srgbClr val="A4A3A4"/>
          </p15:clr>
        </p15:guide>
        <p15:guide id="6" pos="27072" userDrawn="1">
          <p15:clr>
            <a:srgbClr val="A4A3A4"/>
          </p15:clr>
        </p15:guide>
        <p15:guide id="7" orient="horz" pos="8376" userDrawn="1">
          <p15:clr>
            <a:srgbClr val="A4A3A4"/>
          </p15:clr>
        </p15:guide>
        <p15:guide id="8" orient="horz" pos="14256" userDrawn="1">
          <p15:clr>
            <a:srgbClr val="A4A3A4"/>
          </p15:clr>
        </p15:guide>
        <p15:guide id="9" pos="13824" userDrawn="1">
          <p15:clr>
            <a:srgbClr val="A4A3A4"/>
          </p15:clr>
        </p15:guide>
        <p15:guide id="10" orient="horz" pos="676" userDrawn="1">
          <p15:clr>
            <a:srgbClr val="A4A3A4"/>
          </p15:clr>
        </p15:guide>
        <p15:guide id="11" orient="horz" pos="2592" userDrawn="1">
          <p15:clr>
            <a:srgbClr val="A4A3A4"/>
          </p15:clr>
        </p15:guide>
        <p15:guide id="12" orient="horz" pos="20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E07615-F5BA-395B-081E-B602B2BB3811}" name="Zhu, Ethan (NIH/NIAID) [F]" initials="ZE([" userId="S::zhue3@nih.gov::8c270721-d6a7-4eda-b5dc-99f0d1bc3ea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FFFF0"/>
    <a:srgbClr val="35FFD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ADA944-A0B6-8D4F-9668-B6350AB8F00E}" v="305" dt="2026-07-30T16:25:22.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56"/>
    <p:restoredTop sz="94681"/>
  </p:normalViewPr>
  <p:slideViewPr>
    <p:cSldViewPr snapToGrid="0">
      <p:cViewPr>
        <p:scale>
          <a:sx n="22" d="100"/>
          <a:sy n="22" d="100"/>
        </p:scale>
        <p:origin x="1048" y="504"/>
      </p:cViewPr>
      <p:guideLst>
        <p:guide pos="576"/>
        <p:guide orient="horz" pos="2232"/>
        <p:guide pos="27072"/>
        <p:guide orient="horz" pos="8376"/>
        <p:guide orient="horz" pos="14256"/>
        <p:guide pos="13824"/>
        <p:guide orient="horz" pos="676"/>
        <p:guide orient="horz" pos="2592"/>
        <p:guide orient="horz" pos="20160"/>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Ethan (NIH/NIAID) [F]" userId="8c270721-d6a7-4eda-b5dc-99f0d1bc3ea4" providerId="ADAL" clId="{031411FA-67AD-5422-A381-A29D935B3CA5}"/>
    <pc:docChg chg="undo custSel addSld modSld">
      <pc:chgData name="Zhu, Ethan (NIH/NIAID) [F]" userId="8c270721-d6a7-4eda-b5dc-99f0d1bc3ea4" providerId="ADAL" clId="{031411FA-67AD-5422-A381-A29D935B3CA5}" dt="2026-07-30T18:48:37.728" v="7367" actId="14100"/>
      <pc:docMkLst>
        <pc:docMk/>
      </pc:docMkLst>
      <pc:sldChg chg="addSp delSp modSp mod">
        <pc:chgData name="Zhu, Ethan (NIH/NIAID) [F]" userId="8c270721-d6a7-4eda-b5dc-99f0d1bc3ea4" providerId="ADAL" clId="{031411FA-67AD-5422-A381-A29D935B3CA5}" dt="2026-07-30T18:48:37.728" v="7367" actId="14100"/>
        <pc:sldMkLst>
          <pc:docMk/>
          <pc:sldMk cId="2002778566" sldId="256"/>
        </pc:sldMkLst>
        <pc:spChg chg="add mod">
          <ac:chgData name="Zhu, Ethan (NIH/NIAID) [F]" userId="8c270721-d6a7-4eda-b5dc-99f0d1bc3ea4" providerId="ADAL" clId="{031411FA-67AD-5422-A381-A29D935B3CA5}" dt="2026-07-29T19:42:17.558" v="4891" actId="1076"/>
          <ac:spMkLst>
            <pc:docMk/>
            <pc:sldMk cId="2002778566" sldId="256"/>
            <ac:spMk id="2" creationId="{D2A98DA1-0A2C-3F3D-1E9B-C9130D6ED624}"/>
          </ac:spMkLst>
        </pc:spChg>
        <pc:spChg chg="mod">
          <ac:chgData name="Zhu, Ethan (NIH/NIAID) [F]" userId="8c270721-d6a7-4eda-b5dc-99f0d1bc3ea4" providerId="ADAL" clId="{031411FA-67AD-5422-A381-A29D935B3CA5}" dt="2026-07-22T16:07:00.583" v="478" actId="1076"/>
          <ac:spMkLst>
            <pc:docMk/>
            <pc:sldMk cId="2002778566" sldId="256"/>
            <ac:spMk id="4" creationId="{47DB56C9-55B7-9BDE-0B69-D86D440E9352}"/>
          </ac:spMkLst>
        </pc:spChg>
        <pc:spChg chg="add del mod">
          <ac:chgData name="Zhu, Ethan (NIH/NIAID) [F]" userId="8c270721-d6a7-4eda-b5dc-99f0d1bc3ea4" providerId="ADAL" clId="{031411FA-67AD-5422-A381-A29D935B3CA5}" dt="2026-07-29T18:48:47.966" v="4079" actId="478"/>
          <ac:spMkLst>
            <pc:docMk/>
            <pc:sldMk cId="2002778566" sldId="256"/>
            <ac:spMk id="5" creationId="{6B8C5D3F-A53F-4700-D005-7263B46E9455}"/>
          </ac:spMkLst>
        </pc:spChg>
        <pc:spChg chg="add del">
          <ac:chgData name="Zhu, Ethan (NIH/NIAID) [F]" userId="8c270721-d6a7-4eda-b5dc-99f0d1bc3ea4" providerId="ADAL" clId="{031411FA-67AD-5422-A381-A29D935B3CA5}" dt="2026-07-29T18:49:37.057" v="4160" actId="22"/>
          <ac:spMkLst>
            <pc:docMk/>
            <pc:sldMk cId="2002778566" sldId="256"/>
            <ac:spMk id="7" creationId="{2987C9E5-3797-39CA-34BD-E536DC63901E}"/>
          </ac:spMkLst>
        </pc:spChg>
        <pc:spChg chg="add mod">
          <ac:chgData name="Zhu, Ethan (NIH/NIAID) [F]" userId="8c270721-d6a7-4eda-b5dc-99f0d1bc3ea4" providerId="ADAL" clId="{031411FA-67AD-5422-A381-A29D935B3CA5}" dt="2026-07-29T19:41:59.600" v="4888" actId="14100"/>
          <ac:spMkLst>
            <pc:docMk/>
            <pc:sldMk cId="2002778566" sldId="256"/>
            <ac:spMk id="9" creationId="{A47974B5-B3DC-FB2B-6500-75E1A6B38188}"/>
          </ac:spMkLst>
        </pc:spChg>
        <pc:spChg chg="add mod">
          <ac:chgData name="Zhu, Ethan (NIH/NIAID) [F]" userId="8c270721-d6a7-4eda-b5dc-99f0d1bc3ea4" providerId="ADAL" clId="{031411FA-67AD-5422-A381-A29D935B3CA5}" dt="2026-07-29T19:42:20.467" v="4892" actId="14100"/>
          <ac:spMkLst>
            <pc:docMk/>
            <pc:sldMk cId="2002778566" sldId="256"/>
            <ac:spMk id="10" creationId="{344693AB-9689-56E7-BD5D-521BC6DDAE0D}"/>
          </ac:spMkLst>
        </pc:spChg>
        <pc:spChg chg="add mod">
          <ac:chgData name="Zhu, Ethan (NIH/NIAID) [F]" userId="8c270721-d6a7-4eda-b5dc-99f0d1bc3ea4" providerId="ADAL" clId="{031411FA-67AD-5422-A381-A29D935B3CA5}" dt="2026-07-29T19:41:54.988" v="4886" actId="14100"/>
          <ac:spMkLst>
            <pc:docMk/>
            <pc:sldMk cId="2002778566" sldId="256"/>
            <ac:spMk id="11" creationId="{ACA995DF-4D6F-1905-AD52-335C19F5ED33}"/>
          </ac:spMkLst>
        </pc:spChg>
        <pc:spChg chg="add del mod">
          <ac:chgData name="Zhu, Ethan (NIH/NIAID) [F]" userId="8c270721-d6a7-4eda-b5dc-99f0d1bc3ea4" providerId="ADAL" clId="{031411FA-67AD-5422-A381-A29D935B3CA5}" dt="2026-07-29T18:58:10.094" v="4386"/>
          <ac:spMkLst>
            <pc:docMk/>
            <pc:sldMk cId="2002778566" sldId="256"/>
            <ac:spMk id="13" creationId="{F919D096-3A1E-F29F-147C-0B399BA3F7F2}"/>
          </ac:spMkLst>
        </pc:spChg>
        <pc:spChg chg="add mod">
          <ac:chgData name="Zhu, Ethan (NIH/NIAID) [F]" userId="8c270721-d6a7-4eda-b5dc-99f0d1bc3ea4" providerId="ADAL" clId="{031411FA-67AD-5422-A381-A29D935B3CA5}" dt="2026-07-29T18:58:33.208" v="4395" actId="1076"/>
          <ac:spMkLst>
            <pc:docMk/>
            <pc:sldMk cId="2002778566" sldId="256"/>
            <ac:spMk id="15" creationId="{C973F3A5-691C-BF1D-3EA8-45062DC3BD32}"/>
          </ac:spMkLst>
        </pc:spChg>
        <pc:spChg chg="add mod">
          <ac:chgData name="Zhu, Ethan (NIH/NIAID) [F]" userId="8c270721-d6a7-4eda-b5dc-99f0d1bc3ea4" providerId="ADAL" clId="{031411FA-67AD-5422-A381-A29D935B3CA5}" dt="2026-07-29T19:02:37.085" v="4592" actId="1035"/>
          <ac:spMkLst>
            <pc:docMk/>
            <pc:sldMk cId="2002778566" sldId="256"/>
            <ac:spMk id="17" creationId="{7E84271E-B93E-BABC-4907-A7DD00082A4F}"/>
          </ac:spMkLst>
        </pc:spChg>
        <pc:spChg chg="add mod">
          <ac:chgData name="Zhu, Ethan (NIH/NIAID) [F]" userId="8c270721-d6a7-4eda-b5dc-99f0d1bc3ea4" providerId="ADAL" clId="{031411FA-67AD-5422-A381-A29D935B3CA5}" dt="2026-07-29T19:42:23.167" v="4893" actId="14100"/>
          <ac:spMkLst>
            <pc:docMk/>
            <pc:sldMk cId="2002778566" sldId="256"/>
            <ac:spMk id="19" creationId="{E9D3BF2D-5529-575B-44B7-7A884C3841EA}"/>
          </ac:spMkLst>
        </pc:spChg>
        <pc:spChg chg="add mod">
          <ac:chgData name="Zhu, Ethan (NIH/NIAID) [F]" userId="8c270721-d6a7-4eda-b5dc-99f0d1bc3ea4" providerId="ADAL" clId="{031411FA-67AD-5422-A381-A29D935B3CA5}" dt="2026-07-29T19:41:57.409" v="4887" actId="14100"/>
          <ac:spMkLst>
            <pc:docMk/>
            <pc:sldMk cId="2002778566" sldId="256"/>
            <ac:spMk id="21" creationId="{CB467811-C833-9179-6AA6-194B7317D45F}"/>
          </ac:spMkLst>
        </pc:spChg>
        <pc:spChg chg="add mod">
          <ac:chgData name="Zhu, Ethan (NIH/NIAID) [F]" userId="8c270721-d6a7-4eda-b5dc-99f0d1bc3ea4" providerId="ADAL" clId="{031411FA-67AD-5422-A381-A29D935B3CA5}" dt="2026-07-29T19:02:31.535" v="4591" actId="1076"/>
          <ac:spMkLst>
            <pc:docMk/>
            <pc:sldMk cId="2002778566" sldId="256"/>
            <ac:spMk id="23" creationId="{5402BE17-5A03-0305-9AB7-F15230DE91A2}"/>
          </ac:spMkLst>
        </pc:spChg>
        <pc:spChg chg="add mod">
          <ac:chgData name="Zhu, Ethan (NIH/NIAID) [F]" userId="8c270721-d6a7-4eda-b5dc-99f0d1bc3ea4" providerId="ADAL" clId="{031411FA-67AD-5422-A381-A29D935B3CA5}" dt="2026-07-30T17:29:34.884" v="7336" actId="20577"/>
          <ac:spMkLst>
            <pc:docMk/>
            <pc:sldMk cId="2002778566" sldId="256"/>
            <ac:spMk id="25" creationId="{3E4F91DE-F748-4636-AA8C-7E9F15AC6FD1}"/>
          </ac:spMkLst>
        </pc:spChg>
        <pc:spChg chg="add mod">
          <ac:chgData name="Zhu, Ethan (NIH/NIAID) [F]" userId="8c270721-d6a7-4eda-b5dc-99f0d1bc3ea4" providerId="ADAL" clId="{031411FA-67AD-5422-A381-A29D935B3CA5}" dt="2026-07-22T20:35:12.102" v="2345" actId="14100"/>
          <ac:spMkLst>
            <pc:docMk/>
            <pc:sldMk cId="2002778566" sldId="256"/>
            <ac:spMk id="27" creationId="{1EC9B488-EA2C-48C6-D53C-AC10B7008A7C}"/>
          </ac:spMkLst>
        </pc:spChg>
        <pc:spChg chg="add mod">
          <ac:chgData name="Zhu, Ethan (NIH/NIAID) [F]" userId="8c270721-d6a7-4eda-b5dc-99f0d1bc3ea4" providerId="ADAL" clId="{031411FA-67AD-5422-A381-A29D935B3CA5}" dt="2026-07-22T20:35:14.762" v="2349" actId="1038"/>
          <ac:spMkLst>
            <pc:docMk/>
            <pc:sldMk cId="2002778566" sldId="256"/>
            <ac:spMk id="28" creationId="{4698F144-A16B-4495-5066-CEB4C4059E40}"/>
          </ac:spMkLst>
        </pc:spChg>
        <pc:spChg chg="add mod">
          <ac:chgData name="Zhu, Ethan (NIH/NIAID) [F]" userId="8c270721-d6a7-4eda-b5dc-99f0d1bc3ea4" providerId="ADAL" clId="{031411FA-67AD-5422-A381-A29D935B3CA5}" dt="2026-07-22T20:34:43.398" v="2324" actId="14100"/>
          <ac:spMkLst>
            <pc:docMk/>
            <pc:sldMk cId="2002778566" sldId="256"/>
            <ac:spMk id="29" creationId="{601A7C4A-F02E-398C-798C-5A49CE624FB0}"/>
          </ac:spMkLst>
        </pc:spChg>
        <pc:spChg chg="add mod">
          <ac:chgData name="Zhu, Ethan (NIH/NIAID) [F]" userId="8c270721-d6a7-4eda-b5dc-99f0d1bc3ea4" providerId="ADAL" clId="{031411FA-67AD-5422-A381-A29D935B3CA5}" dt="2026-07-22T20:35:56.200" v="2437" actId="1038"/>
          <ac:spMkLst>
            <pc:docMk/>
            <pc:sldMk cId="2002778566" sldId="256"/>
            <ac:spMk id="30" creationId="{FC50911A-14A5-C053-2F8B-ED3FCB15C7DA}"/>
          </ac:spMkLst>
        </pc:spChg>
        <pc:spChg chg="add mod">
          <ac:chgData name="Zhu, Ethan (NIH/NIAID) [F]" userId="8c270721-d6a7-4eda-b5dc-99f0d1bc3ea4" providerId="ADAL" clId="{031411FA-67AD-5422-A381-A29D935B3CA5}" dt="2026-07-29T19:42:39.163" v="4898" actId="20577"/>
          <ac:spMkLst>
            <pc:docMk/>
            <pc:sldMk cId="2002778566" sldId="256"/>
            <ac:spMk id="31" creationId="{097C4FDF-8871-299D-E5DC-2CED24FF9F9D}"/>
          </ac:spMkLst>
        </pc:spChg>
        <pc:spChg chg="add mod">
          <ac:chgData name="Zhu, Ethan (NIH/NIAID) [F]" userId="8c270721-d6a7-4eda-b5dc-99f0d1bc3ea4" providerId="ADAL" clId="{031411FA-67AD-5422-A381-A29D935B3CA5}" dt="2026-07-30T14:05:30.314" v="6461" actId="1036"/>
          <ac:spMkLst>
            <pc:docMk/>
            <pc:sldMk cId="2002778566" sldId="256"/>
            <ac:spMk id="36" creationId="{1D3AB560-43F5-605D-B7AB-6CC85F3EA0E0}"/>
          </ac:spMkLst>
        </pc:spChg>
        <pc:spChg chg="add mod">
          <ac:chgData name="Zhu, Ethan (NIH/NIAID) [F]" userId="8c270721-d6a7-4eda-b5dc-99f0d1bc3ea4" providerId="ADAL" clId="{031411FA-67AD-5422-A381-A29D935B3CA5}" dt="2026-07-30T15:40:32.303" v="6969" actId="1035"/>
          <ac:spMkLst>
            <pc:docMk/>
            <pc:sldMk cId="2002778566" sldId="256"/>
            <ac:spMk id="47" creationId="{D0911B01-8B56-C9F1-FBDE-8AED133A5DAB}"/>
          </ac:spMkLst>
        </pc:spChg>
        <pc:spChg chg="add mod">
          <ac:chgData name="Zhu, Ethan (NIH/NIAID) [F]" userId="8c270721-d6a7-4eda-b5dc-99f0d1bc3ea4" providerId="ADAL" clId="{031411FA-67AD-5422-A381-A29D935B3CA5}" dt="2026-07-30T15:40:32.303" v="6969" actId="1035"/>
          <ac:spMkLst>
            <pc:docMk/>
            <pc:sldMk cId="2002778566" sldId="256"/>
            <ac:spMk id="48" creationId="{B13D4238-4D2D-8737-6B08-C65465D3191C}"/>
          </ac:spMkLst>
        </pc:spChg>
        <pc:spChg chg="add mod">
          <ac:chgData name="Zhu, Ethan (NIH/NIAID) [F]" userId="8c270721-d6a7-4eda-b5dc-99f0d1bc3ea4" providerId="ADAL" clId="{031411FA-67AD-5422-A381-A29D935B3CA5}" dt="2026-07-30T15:40:32.303" v="6969" actId="1035"/>
          <ac:spMkLst>
            <pc:docMk/>
            <pc:sldMk cId="2002778566" sldId="256"/>
            <ac:spMk id="49" creationId="{AD743F20-93F5-976B-EF83-3FBEF4945CDA}"/>
          </ac:spMkLst>
        </pc:spChg>
        <pc:spChg chg="add mod">
          <ac:chgData name="Zhu, Ethan (NIH/NIAID) [F]" userId="8c270721-d6a7-4eda-b5dc-99f0d1bc3ea4" providerId="ADAL" clId="{031411FA-67AD-5422-A381-A29D935B3CA5}" dt="2026-07-30T15:40:32.303" v="6969" actId="1035"/>
          <ac:spMkLst>
            <pc:docMk/>
            <pc:sldMk cId="2002778566" sldId="256"/>
            <ac:spMk id="50" creationId="{8F66B2F5-B73E-63D9-BEBE-D56EAF78AB88}"/>
          </ac:spMkLst>
        </pc:spChg>
        <pc:spChg chg="add mod">
          <ac:chgData name="Zhu, Ethan (NIH/NIAID) [F]" userId="8c270721-d6a7-4eda-b5dc-99f0d1bc3ea4" providerId="ADAL" clId="{031411FA-67AD-5422-A381-A29D935B3CA5}" dt="2026-07-30T15:40:43.456" v="6970" actId="313"/>
          <ac:spMkLst>
            <pc:docMk/>
            <pc:sldMk cId="2002778566" sldId="256"/>
            <ac:spMk id="51" creationId="{66D48C0A-BCFB-7467-57D8-94ACC02EEE73}"/>
          </ac:spMkLst>
        </pc:spChg>
        <pc:spChg chg="add mod">
          <ac:chgData name="Zhu, Ethan (NIH/NIAID) [F]" userId="8c270721-d6a7-4eda-b5dc-99f0d1bc3ea4" providerId="ADAL" clId="{031411FA-67AD-5422-A381-A29D935B3CA5}" dt="2026-07-30T15:40:32.303" v="6969" actId="1035"/>
          <ac:spMkLst>
            <pc:docMk/>
            <pc:sldMk cId="2002778566" sldId="256"/>
            <ac:spMk id="52" creationId="{F8588465-2D61-AB5C-DF52-82F1D73175C3}"/>
          </ac:spMkLst>
        </pc:spChg>
        <pc:spChg chg="add mod">
          <ac:chgData name="Zhu, Ethan (NIH/NIAID) [F]" userId="8c270721-d6a7-4eda-b5dc-99f0d1bc3ea4" providerId="ADAL" clId="{031411FA-67AD-5422-A381-A29D935B3CA5}" dt="2026-07-30T15:41:11.401" v="6979" actId="20577"/>
          <ac:spMkLst>
            <pc:docMk/>
            <pc:sldMk cId="2002778566" sldId="256"/>
            <ac:spMk id="53" creationId="{860213D4-133A-18BF-C398-E789F0067310}"/>
          </ac:spMkLst>
        </pc:spChg>
        <pc:spChg chg="add mod">
          <ac:chgData name="Zhu, Ethan (NIH/NIAID) [F]" userId="8c270721-d6a7-4eda-b5dc-99f0d1bc3ea4" providerId="ADAL" clId="{031411FA-67AD-5422-A381-A29D935B3CA5}" dt="2026-07-30T16:06:49.086" v="7114" actId="14100"/>
          <ac:spMkLst>
            <pc:docMk/>
            <pc:sldMk cId="2002778566" sldId="256"/>
            <ac:spMk id="54" creationId="{2AAFE079-8542-5A50-9672-FBF47673AB04}"/>
          </ac:spMkLst>
        </pc:spChg>
        <pc:spChg chg="add mod">
          <ac:chgData name="Zhu, Ethan (NIH/NIAID) [F]" userId="8c270721-d6a7-4eda-b5dc-99f0d1bc3ea4" providerId="ADAL" clId="{031411FA-67AD-5422-A381-A29D935B3CA5}" dt="2026-07-30T16:06:18.282" v="7109" actId="1076"/>
          <ac:spMkLst>
            <pc:docMk/>
            <pc:sldMk cId="2002778566" sldId="256"/>
            <ac:spMk id="55" creationId="{E12FD0B2-2F28-A7E1-79D2-3B65A0BAEC9C}"/>
          </ac:spMkLst>
        </pc:spChg>
        <pc:spChg chg="add mod">
          <ac:chgData name="Zhu, Ethan (NIH/NIAID) [F]" userId="8c270721-d6a7-4eda-b5dc-99f0d1bc3ea4" providerId="ADAL" clId="{031411FA-67AD-5422-A381-A29D935B3CA5}" dt="2026-07-30T16:06:22.645" v="7110" actId="1076"/>
          <ac:spMkLst>
            <pc:docMk/>
            <pc:sldMk cId="2002778566" sldId="256"/>
            <ac:spMk id="56" creationId="{8E6F48F1-51B7-BB0E-A86A-38F347DE32AB}"/>
          </ac:spMkLst>
        </pc:spChg>
        <pc:spChg chg="add mod">
          <ac:chgData name="Zhu, Ethan (NIH/NIAID) [F]" userId="8c270721-d6a7-4eda-b5dc-99f0d1bc3ea4" providerId="ADAL" clId="{031411FA-67AD-5422-A381-A29D935B3CA5}" dt="2026-07-30T16:05:24.223" v="7107" actId="20577"/>
          <ac:spMkLst>
            <pc:docMk/>
            <pc:sldMk cId="2002778566" sldId="256"/>
            <ac:spMk id="57" creationId="{53431AC2-5382-06F6-B444-9237E8D3CD83}"/>
          </ac:spMkLst>
        </pc:spChg>
        <pc:spChg chg="add mod">
          <ac:chgData name="Zhu, Ethan (NIH/NIAID) [F]" userId="8c270721-d6a7-4eda-b5dc-99f0d1bc3ea4" providerId="ADAL" clId="{031411FA-67AD-5422-A381-A29D935B3CA5}" dt="2026-07-30T16:26:51.356" v="7229" actId="1035"/>
          <ac:spMkLst>
            <pc:docMk/>
            <pc:sldMk cId="2002778566" sldId="256"/>
            <ac:spMk id="58" creationId="{12DD65CB-1873-3097-4831-2808982BA6D6}"/>
          </ac:spMkLst>
        </pc:spChg>
        <pc:spChg chg="add mod">
          <ac:chgData name="Zhu, Ethan (NIH/NIAID) [F]" userId="8c270721-d6a7-4eda-b5dc-99f0d1bc3ea4" providerId="ADAL" clId="{031411FA-67AD-5422-A381-A29D935B3CA5}" dt="2026-07-30T16:26:48.533" v="7228" actId="1076"/>
          <ac:spMkLst>
            <pc:docMk/>
            <pc:sldMk cId="2002778566" sldId="256"/>
            <ac:spMk id="59" creationId="{E9CF0EC8-E6D4-3B9C-4190-6CDF63924210}"/>
          </ac:spMkLst>
        </pc:spChg>
        <pc:spChg chg="add mod">
          <ac:chgData name="Zhu, Ethan (NIH/NIAID) [F]" userId="8c270721-d6a7-4eda-b5dc-99f0d1bc3ea4" providerId="ADAL" clId="{031411FA-67AD-5422-A381-A29D935B3CA5}" dt="2026-07-30T16:26:53.165" v="7233" actId="1035"/>
          <ac:spMkLst>
            <pc:docMk/>
            <pc:sldMk cId="2002778566" sldId="256"/>
            <ac:spMk id="60" creationId="{49001387-15CA-BFC2-8066-59E604C37744}"/>
          </ac:spMkLst>
        </pc:spChg>
        <pc:spChg chg="add del mod">
          <ac:chgData name="Zhu, Ethan (NIH/NIAID) [F]" userId="8c270721-d6a7-4eda-b5dc-99f0d1bc3ea4" providerId="ADAL" clId="{031411FA-67AD-5422-A381-A29D935B3CA5}" dt="2026-07-30T16:21:44.418" v="7184" actId="478"/>
          <ac:spMkLst>
            <pc:docMk/>
            <pc:sldMk cId="2002778566" sldId="256"/>
            <ac:spMk id="61" creationId="{D50CD6B1-643B-595C-43E4-1494F5CCF262}"/>
          </ac:spMkLst>
        </pc:spChg>
        <pc:spChg chg="add del mod">
          <ac:chgData name="Zhu, Ethan (NIH/NIAID) [F]" userId="8c270721-d6a7-4eda-b5dc-99f0d1bc3ea4" providerId="ADAL" clId="{031411FA-67AD-5422-A381-A29D935B3CA5}" dt="2026-07-30T16:18:59.544" v="7172" actId="478"/>
          <ac:spMkLst>
            <pc:docMk/>
            <pc:sldMk cId="2002778566" sldId="256"/>
            <ac:spMk id="62" creationId="{D46FE5C8-C448-C8C9-AAFB-4EA5CF4476B3}"/>
          </ac:spMkLst>
        </pc:spChg>
        <pc:spChg chg="add del mod">
          <ac:chgData name="Zhu, Ethan (NIH/NIAID) [F]" userId="8c270721-d6a7-4eda-b5dc-99f0d1bc3ea4" providerId="ADAL" clId="{031411FA-67AD-5422-A381-A29D935B3CA5}" dt="2026-07-30T16:21:07.495" v="7177" actId="478"/>
          <ac:spMkLst>
            <pc:docMk/>
            <pc:sldMk cId="2002778566" sldId="256"/>
            <ac:spMk id="129" creationId="{963E6BFD-AF40-8961-E90E-2237189C77DE}"/>
          </ac:spMkLst>
        </pc:spChg>
        <pc:spChg chg="add del">
          <ac:chgData name="Zhu, Ethan (NIH/NIAID) [F]" userId="8c270721-d6a7-4eda-b5dc-99f0d1bc3ea4" providerId="ADAL" clId="{031411FA-67AD-5422-A381-A29D935B3CA5}" dt="2026-07-30T16:21:20.650" v="7179" actId="478"/>
          <ac:spMkLst>
            <pc:docMk/>
            <pc:sldMk cId="2002778566" sldId="256"/>
            <ac:spMk id="130" creationId="{B4E27A3C-A568-BF81-60A5-E13BA4A4A6D5}"/>
          </ac:spMkLst>
        </pc:spChg>
        <pc:spChg chg="add mod">
          <ac:chgData name="Zhu, Ethan (NIH/NIAID) [F]" userId="8c270721-d6a7-4eda-b5dc-99f0d1bc3ea4" providerId="ADAL" clId="{031411FA-67AD-5422-A381-A29D935B3CA5}" dt="2026-07-30T16:27:04.686" v="7238" actId="1036"/>
          <ac:spMkLst>
            <pc:docMk/>
            <pc:sldMk cId="2002778566" sldId="256"/>
            <ac:spMk id="135" creationId="{813B01DC-C50C-ED5D-5978-E0EED3B8F91B}"/>
          </ac:spMkLst>
        </pc:spChg>
        <pc:spChg chg="add mod">
          <ac:chgData name="Zhu, Ethan (NIH/NIAID) [F]" userId="8c270721-d6a7-4eda-b5dc-99f0d1bc3ea4" providerId="ADAL" clId="{031411FA-67AD-5422-A381-A29D935B3CA5}" dt="2026-07-30T16:26:37.050" v="7226" actId="1076"/>
          <ac:spMkLst>
            <pc:docMk/>
            <pc:sldMk cId="2002778566" sldId="256"/>
            <ac:spMk id="136" creationId="{48775F59-51CB-323A-1C29-BE9CB65F976A}"/>
          </ac:spMkLst>
        </pc:spChg>
        <pc:spChg chg="add del mod">
          <ac:chgData name="Zhu, Ethan (NIH/NIAID) [F]" userId="8c270721-d6a7-4eda-b5dc-99f0d1bc3ea4" providerId="ADAL" clId="{031411FA-67AD-5422-A381-A29D935B3CA5}" dt="2026-07-30T16:25:57.422" v="7220" actId="478"/>
          <ac:spMkLst>
            <pc:docMk/>
            <pc:sldMk cId="2002778566" sldId="256"/>
            <ac:spMk id="140" creationId="{CCB87EBA-E87A-D945-A917-710F45A31E4B}"/>
          </ac:spMkLst>
        </pc:spChg>
        <pc:spChg chg="add del mod">
          <ac:chgData name="Zhu, Ethan (NIH/NIAID) [F]" userId="8c270721-d6a7-4eda-b5dc-99f0d1bc3ea4" providerId="ADAL" clId="{031411FA-67AD-5422-A381-A29D935B3CA5}" dt="2026-07-30T16:27:40.561" v="7243" actId="478"/>
          <ac:spMkLst>
            <pc:docMk/>
            <pc:sldMk cId="2002778566" sldId="256"/>
            <ac:spMk id="141" creationId="{E0216A3A-99BA-1C22-A679-4AD23CA1528D}"/>
          </ac:spMkLst>
        </pc:spChg>
        <pc:spChg chg="mod">
          <ac:chgData name="Zhu, Ethan (NIH/NIAID) [F]" userId="8c270721-d6a7-4eda-b5dc-99f0d1bc3ea4" providerId="ADAL" clId="{031411FA-67AD-5422-A381-A29D935B3CA5}" dt="2026-07-29T19:40:27.924" v="4867" actId="14100"/>
          <ac:spMkLst>
            <pc:docMk/>
            <pc:sldMk cId="2002778566" sldId="256"/>
            <ac:spMk id="168" creationId="{28802E8B-8F24-7836-8EFB-2E2DA71D986F}"/>
          </ac:spMkLst>
        </pc:spChg>
        <pc:spChg chg="mod">
          <ac:chgData name="Zhu, Ethan (NIH/NIAID) [F]" userId="8c270721-d6a7-4eda-b5dc-99f0d1bc3ea4" providerId="ADAL" clId="{031411FA-67AD-5422-A381-A29D935B3CA5}" dt="2026-07-22T17:49:00.389" v="1112" actId="20577"/>
          <ac:spMkLst>
            <pc:docMk/>
            <pc:sldMk cId="2002778566" sldId="256"/>
            <ac:spMk id="175" creationId="{497BA477-C775-1830-9149-9558E85E9681}"/>
          </ac:spMkLst>
        </pc:spChg>
        <pc:spChg chg="mod">
          <ac:chgData name="Zhu, Ethan (NIH/NIAID) [F]" userId="8c270721-d6a7-4eda-b5dc-99f0d1bc3ea4" providerId="ADAL" clId="{031411FA-67AD-5422-A381-A29D935B3CA5}" dt="2026-07-29T19:06:39.227" v="4605" actId="14100"/>
          <ac:spMkLst>
            <pc:docMk/>
            <pc:sldMk cId="2002778566" sldId="256"/>
            <ac:spMk id="176" creationId="{D0182C56-7113-737C-E517-2BB5FC80F952}"/>
          </ac:spMkLst>
        </pc:spChg>
        <pc:spChg chg="mod">
          <ac:chgData name="Zhu, Ethan (NIH/NIAID) [F]" userId="8c270721-d6a7-4eda-b5dc-99f0d1bc3ea4" providerId="ADAL" clId="{031411FA-67AD-5422-A381-A29D935B3CA5}" dt="2026-07-30T13:15:03.608" v="5804" actId="14100"/>
          <ac:spMkLst>
            <pc:docMk/>
            <pc:sldMk cId="2002778566" sldId="256"/>
            <ac:spMk id="177" creationId="{00A1EFE5-7D09-3EA4-3D16-6D9C1F12C272}"/>
          </ac:spMkLst>
        </pc:spChg>
        <pc:spChg chg="mod">
          <ac:chgData name="Zhu, Ethan (NIH/NIAID) [F]" userId="8c270721-d6a7-4eda-b5dc-99f0d1bc3ea4" providerId="ADAL" clId="{031411FA-67AD-5422-A381-A29D935B3CA5}" dt="2026-07-29T19:40:38.671" v="4878" actId="20577"/>
          <ac:spMkLst>
            <pc:docMk/>
            <pc:sldMk cId="2002778566" sldId="256"/>
            <ac:spMk id="182" creationId="{29458E23-41AD-732B-BA4F-912385E62971}"/>
          </ac:spMkLst>
        </pc:spChg>
        <pc:spChg chg="mod">
          <ac:chgData name="Zhu, Ethan (NIH/NIAID) [F]" userId="8c270721-d6a7-4eda-b5dc-99f0d1bc3ea4" providerId="ADAL" clId="{031411FA-67AD-5422-A381-A29D935B3CA5}" dt="2026-07-22T19:05:03.223" v="1736" actId="2711"/>
          <ac:spMkLst>
            <pc:docMk/>
            <pc:sldMk cId="2002778566" sldId="256"/>
            <ac:spMk id="183" creationId="{E08056B0-479D-FE2D-05E0-DD36BD14D64F}"/>
          </ac:spMkLst>
        </pc:spChg>
        <pc:spChg chg="add del mod">
          <ac:chgData name="Zhu, Ethan (NIH/NIAID) [F]" userId="8c270721-d6a7-4eda-b5dc-99f0d1bc3ea4" providerId="ADAL" clId="{031411FA-67AD-5422-A381-A29D935B3CA5}" dt="2026-07-29T19:09:37.852" v="4621" actId="1035"/>
          <ac:spMkLst>
            <pc:docMk/>
            <pc:sldMk cId="2002778566" sldId="256"/>
            <ac:spMk id="185" creationId="{A8168DB8-97E5-AE08-A304-C5BE77BEC765}"/>
          </ac:spMkLst>
        </pc:spChg>
        <pc:spChg chg="mod topLvl">
          <ac:chgData name="Zhu, Ethan (NIH/NIAID) [F]" userId="8c270721-d6a7-4eda-b5dc-99f0d1bc3ea4" providerId="ADAL" clId="{031411FA-67AD-5422-A381-A29D935B3CA5}" dt="2026-07-29T19:09:24.302" v="4614" actId="1035"/>
          <ac:spMkLst>
            <pc:docMk/>
            <pc:sldMk cId="2002778566" sldId="256"/>
            <ac:spMk id="186" creationId="{140FE84F-F0D5-D433-45E0-749E8B04CA52}"/>
          </ac:spMkLst>
        </pc:spChg>
        <pc:spChg chg="mod">
          <ac:chgData name="Zhu, Ethan (NIH/NIAID) [F]" userId="8c270721-d6a7-4eda-b5dc-99f0d1bc3ea4" providerId="ADAL" clId="{031411FA-67AD-5422-A381-A29D935B3CA5}" dt="2026-07-30T13:58:51.156" v="6406" actId="20577"/>
          <ac:spMkLst>
            <pc:docMk/>
            <pc:sldMk cId="2002778566" sldId="256"/>
            <ac:spMk id="187" creationId="{60CB46BF-12F2-D1DF-8633-28F59A92650F}"/>
          </ac:spMkLst>
        </pc:spChg>
        <pc:spChg chg="mod">
          <ac:chgData name="Zhu, Ethan (NIH/NIAID) [F]" userId="8c270721-d6a7-4eda-b5dc-99f0d1bc3ea4" providerId="ADAL" clId="{031411FA-67AD-5422-A381-A29D935B3CA5}" dt="2026-07-30T15:01:24.698" v="6763" actId="20577"/>
          <ac:spMkLst>
            <pc:docMk/>
            <pc:sldMk cId="2002778566" sldId="256"/>
            <ac:spMk id="189" creationId="{E2054EBE-727F-3162-F9B6-68A5AED963B7}"/>
          </ac:spMkLst>
        </pc:spChg>
        <pc:spChg chg="mod">
          <ac:chgData name="Zhu, Ethan (NIH/NIAID) [F]" userId="8c270721-d6a7-4eda-b5dc-99f0d1bc3ea4" providerId="ADAL" clId="{031411FA-67AD-5422-A381-A29D935B3CA5}" dt="2026-07-29T18:38:34.624" v="4001" actId="20577"/>
          <ac:spMkLst>
            <pc:docMk/>
            <pc:sldMk cId="2002778566" sldId="256"/>
            <ac:spMk id="190" creationId="{CDC89141-F6D5-0F8E-F4FD-577F65F2EBCD}"/>
          </ac:spMkLst>
        </pc:spChg>
        <pc:spChg chg="add del mod">
          <ac:chgData name="Zhu, Ethan (NIH/NIAID) [F]" userId="8c270721-d6a7-4eda-b5dc-99f0d1bc3ea4" providerId="ADAL" clId="{031411FA-67AD-5422-A381-A29D935B3CA5}" dt="2026-07-30T13:48:18.241" v="6317" actId="478"/>
          <ac:spMkLst>
            <pc:docMk/>
            <pc:sldMk cId="2002778566" sldId="256"/>
            <ac:spMk id="205" creationId="{DE503B10-8335-C773-A535-FA5AFE8494D2}"/>
          </ac:spMkLst>
        </pc:spChg>
        <pc:spChg chg="add del mod">
          <ac:chgData name="Zhu, Ethan (NIH/NIAID) [F]" userId="8c270721-d6a7-4eda-b5dc-99f0d1bc3ea4" providerId="ADAL" clId="{031411FA-67AD-5422-A381-A29D935B3CA5}" dt="2026-07-30T13:48:20.905" v="6319" actId="478"/>
          <ac:spMkLst>
            <pc:docMk/>
            <pc:sldMk cId="2002778566" sldId="256"/>
            <ac:spMk id="206" creationId="{8334074E-5958-453B-7CDD-166136FE5169}"/>
          </ac:spMkLst>
        </pc:spChg>
        <pc:spChg chg="del mod">
          <ac:chgData name="Zhu, Ethan (NIH/NIAID) [F]" userId="8c270721-d6a7-4eda-b5dc-99f0d1bc3ea4" providerId="ADAL" clId="{031411FA-67AD-5422-A381-A29D935B3CA5}" dt="2026-07-30T15:45:54.212" v="7001" actId="478"/>
          <ac:spMkLst>
            <pc:docMk/>
            <pc:sldMk cId="2002778566" sldId="256"/>
            <ac:spMk id="214" creationId="{9BECD126-726B-D238-9F7A-E73D19A04D1B}"/>
          </ac:spMkLst>
        </pc:spChg>
        <pc:spChg chg="del mod">
          <ac:chgData name="Zhu, Ethan (NIH/NIAID) [F]" userId="8c270721-d6a7-4eda-b5dc-99f0d1bc3ea4" providerId="ADAL" clId="{031411FA-67AD-5422-A381-A29D935B3CA5}" dt="2026-07-30T15:44:41.522" v="6984" actId="478"/>
          <ac:spMkLst>
            <pc:docMk/>
            <pc:sldMk cId="2002778566" sldId="256"/>
            <ac:spMk id="217" creationId="{76255340-AA6D-D43E-CB2F-67C8AF432553}"/>
          </ac:spMkLst>
        </pc:spChg>
        <pc:spChg chg="mod">
          <ac:chgData name="Zhu, Ethan (NIH/NIAID) [F]" userId="8c270721-d6a7-4eda-b5dc-99f0d1bc3ea4" providerId="ADAL" clId="{031411FA-67AD-5422-A381-A29D935B3CA5}" dt="2026-07-30T16:03:52.755" v="7052" actId="1076"/>
          <ac:spMkLst>
            <pc:docMk/>
            <pc:sldMk cId="2002778566" sldId="256"/>
            <ac:spMk id="224" creationId="{BCF01AE3-EE0E-D8B2-AE26-0F50ACD28B6C}"/>
          </ac:spMkLst>
        </pc:spChg>
        <pc:spChg chg="add mod">
          <ac:chgData name="Zhu, Ethan (NIH/NIAID) [F]" userId="8c270721-d6a7-4eda-b5dc-99f0d1bc3ea4" providerId="ADAL" clId="{031411FA-67AD-5422-A381-A29D935B3CA5}" dt="2026-07-30T15:46:47.248" v="7009" actId="14100"/>
          <ac:spMkLst>
            <pc:docMk/>
            <pc:sldMk cId="2002778566" sldId="256"/>
            <ac:spMk id="231" creationId="{7D6AE581-8680-49C3-BDE4-BC1DEABABDDC}"/>
          </ac:spMkLst>
        </pc:spChg>
        <pc:spChg chg="add mod">
          <ac:chgData name="Zhu, Ethan (NIH/NIAID) [F]" userId="8c270721-d6a7-4eda-b5dc-99f0d1bc3ea4" providerId="ADAL" clId="{031411FA-67AD-5422-A381-A29D935B3CA5}" dt="2026-07-30T18:48:09.950" v="7361" actId="20577"/>
          <ac:spMkLst>
            <pc:docMk/>
            <pc:sldMk cId="2002778566" sldId="256"/>
            <ac:spMk id="232" creationId="{95E00801-7227-F640-B0AD-7400D4B95A7C}"/>
          </ac:spMkLst>
        </pc:spChg>
        <pc:spChg chg="add mod">
          <ac:chgData name="Zhu, Ethan (NIH/NIAID) [F]" userId="8c270721-d6a7-4eda-b5dc-99f0d1bc3ea4" providerId="ADAL" clId="{031411FA-67AD-5422-A381-A29D935B3CA5}" dt="2026-07-30T14:05:22.055" v="6460" actId="1036"/>
          <ac:spMkLst>
            <pc:docMk/>
            <pc:sldMk cId="2002778566" sldId="256"/>
            <ac:spMk id="233" creationId="{7548E8E7-52B3-77D0-BFE7-E2E56CA3B4A8}"/>
          </ac:spMkLst>
        </pc:spChg>
        <pc:spChg chg="add mod topLvl">
          <ac:chgData name="Zhu, Ethan (NIH/NIAID) [F]" userId="8c270721-d6a7-4eda-b5dc-99f0d1bc3ea4" providerId="ADAL" clId="{031411FA-67AD-5422-A381-A29D935B3CA5}" dt="2026-07-30T13:16:39.754" v="5827" actId="14100"/>
          <ac:spMkLst>
            <pc:docMk/>
            <pc:sldMk cId="2002778566" sldId="256"/>
            <ac:spMk id="234" creationId="{9906901E-1C25-CEED-222A-04D725FEBD9B}"/>
          </ac:spMkLst>
        </pc:spChg>
        <pc:spChg chg="add mod">
          <ac:chgData name="Zhu, Ethan (NIH/NIAID) [F]" userId="8c270721-d6a7-4eda-b5dc-99f0d1bc3ea4" providerId="ADAL" clId="{031411FA-67AD-5422-A381-A29D935B3CA5}" dt="2026-07-29T19:07:10.575" v="4606" actId="14100"/>
          <ac:spMkLst>
            <pc:docMk/>
            <pc:sldMk cId="2002778566" sldId="256"/>
            <ac:spMk id="235" creationId="{67D5ADF2-18F8-83F1-772C-F9B786C87AFC}"/>
          </ac:spMkLst>
        </pc:spChg>
        <pc:spChg chg="add mod">
          <ac:chgData name="Zhu, Ethan (NIH/NIAID) [F]" userId="8c270721-d6a7-4eda-b5dc-99f0d1bc3ea4" providerId="ADAL" clId="{031411FA-67AD-5422-A381-A29D935B3CA5}" dt="2026-07-22T20:14:50.476" v="2007" actId="34135"/>
          <ac:spMkLst>
            <pc:docMk/>
            <pc:sldMk cId="2002778566" sldId="256"/>
            <ac:spMk id="236" creationId="{AF5714AB-DDAF-B627-5552-ABAFA2A6840F}"/>
          </ac:spMkLst>
        </pc:spChg>
        <pc:spChg chg="add mod">
          <ac:chgData name="Zhu, Ethan (NIH/NIAID) [F]" userId="8c270721-d6a7-4eda-b5dc-99f0d1bc3ea4" providerId="ADAL" clId="{031411FA-67AD-5422-A381-A29D935B3CA5}" dt="2026-07-30T15:46:57.805" v="7010" actId="1076"/>
          <ac:spMkLst>
            <pc:docMk/>
            <pc:sldMk cId="2002778566" sldId="256"/>
            <ac:spMk id="237" creationId="{B3B7AB90-DA17-4AFA-8AFF-1238DB6775E6}"/>
          </ac:spMkLst>
        </pc:spChg>
        <pc:spChg chg="add del mod">
          <ac:chgData name="Zhu, Ethan (NIH/NIAID) [F]" userId="8c270721-d6a7-4eda-b5dc-99f0d1bc3ea4" providerId="ADAL" clId="{031411FA-67AD-5422-A381-A29D935B3CA5}" dt="2026-07-30T15:44:40.301" v="6983" actId="478"/>
          <ac:spMkLst>
            <pc:docMk/>
            <pc:sldMk cId="2002778566" sldId="256"/>
            <ac:spMk id="238" creationId="{BAB651ED-B914-A511-C4A9-E592F7BBE342}"/>
          </ac:spMkLst>
        </pc:spChg>
        <pc:spChg chg="add del mod">
          <ac:chgData name="Zhu, Ethan (NIH/NIAID) [F]" userId="8c270721-d6a7-4eda-b5dc-99f0d1bc3ea4" providerId="ADAL" clId="{031411FA-67AD-5422-A381-A29D935B3CA5}" dt="2026-07-30T16:03:22.938" v="7047" actId="20577"/>
          <ac:spMkLst>
            <pc:docMk/>
            <pc:sldMk cId="2002778566" sldId="256"/>
            <ac:spMk id="239" creationId="{D11D0A66-5F5F-B85C-856C-BCE33ACA8E76}"/>
          </ac:spMkLst>
        </pc:spChg>
        <pc:spChg chg="add mod">
          <ac:chgData name="Zhu, Ethan (NIH/NIAID) [F]" userId="8c270721-d6a7-4eda-b5dc-99f0d1bc3ea4" providerId="ADAL" clId="{031411FA-67AD-5422-A381-A29D935B3CA5}" dt="2026-07-30T16:06:58.323" v="7115" actId="1076"/>
          <ac:spMkLst>
            <pc:docMk/>
            <pc:sldMk cId="2002778566" sldId="256"/>
            <ac:spMk id="240" creationId="{5CF6655B-A960-B234-0305-6EBBC7D03D13}"/>
          </ac:spMkLst>
        </pc:spChg>
        <pc:spChg chg="add mod">
          <ac:chgData name="Zhu, Ethan (NIH/NIAID) [F]" userId="8c270721-d6a7-4eda-b5dc-99f0d1bc3ea4" providerId="ADAL" clId="{031411FA-67AD-5422-A381-A29D935B3CA5}" dt="2026-07-30T16:30:46.315" v="7323" actId="20577"/>
          <ac:spMkLst>
            <pc:docMk/>
            <pc:sldMk cId="2002778566" sldId="256"/>
            <ac:spMk id="242" creationId="{FD9E29E8-447E-AB74-0628-9E1840F00AFE}"/>
          </ac:spMkLst>
        </pc:spChg>
        <pc:spChg chg="add del mod topLvl">
          <ac:chgData name="Zhu, Ethan (NIH/NIAID) [F]" userId="8c270721-d6a7-4eda-b5dc-99f0d1bc3ea4" providerId="ADAL" clId="{031411FA-67AD-5422-A381-A29D935B3CA5}" dt="2026-07-29T19:03:11.368" v="4598" actId="1035"/>
          <ac:spMkLst>
            <pc:docMk/>
            <pc:sldMk cId="2002778566" sldId="256"/>
            <ac:spMk id="245" creationId="{8BEE1906-E9AB-C6C1-B8E7-D159B585788C}"/>
          </ac:spMkLst>
        </pc:spChg>
        <pc:spChg chg="add mod">
          <ac:chgData name="Zhu, Ethan (NIH/NIAID) [F]" userId="8c270721-d6a7-4eda-b5dc-99f0d1bc3ea4" providerId="ADAL" clId="{031411FA-67AD-5422-A381-A29D935B3CA5}" dt="2026-07-30T13:15:14.777" v="5812" actId="1036"/>
          <ac:spMkLst>
            <pc:docMk/>
            <pc:sldMk cId="2002778566" sldId="256"/>
            <ac:spMk id="246" creationId="{6329909A-6017-43FC-6385-934BDDB1D807}"/>
          </ac:spMkLst>
        </pc:spChg>
        <pc:spChg chg="add mod">
          <ac:chgData name="Zhu, Ethan (NIH/NIAID) [F]" userId="8c270721-d6a7-4eda-b5dc-99f0d1bc3ea4" providerId="ADAL" clId="{031411FA-67AD-5422-A381-A29D935B3CA5}" dt="2026-07-23T13:23:18.002" v="2939" actId="14100"/>
          <ac:spMkLst>
            <pc:docMk/>
            <pc:sldMk cId="2002778566" sldId="256"/>
            <ac:spMk id="247" creationId="{08DF9610-CB57-F205-24E3-3C36C464899F}"/>
          </ac:spMkLst>
        </pc:spChg>
        <pc:spChg chg="add mod">
          <ac:chgData name="Zhu, Ethan (NIH/NIAID) [F]" userId="8c270721-d6a7-4eda-b5dc-99f0d1bc3ea4" providerId="ADAL" clId="{031411FA-67AD-5422-A381-A29D935B3CA5}" dt="2026-07-22T19:05:03.223" v="1736" actId="2711"/>
          <ac:spMkLst>
            <pc:docMk/>
            <pc:sldMk cId="2002778566" sldId="256"/>
            <ac:spMk id="248" creationId="{34DBFCBE-9A05-F731-6940-59C62680FE91}"/>
          </ac:spMkLst>
        </pc:spChg>
        <pc:spChg chg="add mod">
          <ac:chgData name="Zhu, Ethan (NIH/NIAID) [F]" userId="8c270721-d6a7-4eda-b5dc-99f0d1bc3ea4" providerId="ADAL" clId="{031411FA-67AD-5422-A381-A29D935B3CA5}" dt="2026-07-22T18:36:36.727" v="1384" actId="170"/>
          <ac:spMkLst>
            <pc:docMk/>
            <pc:sldMk cId="2002778566" sldId="256"/>
            <ac:spMk id="249" creationId="{42E38A18-E3CD-0D8D-ECC0-A8B2FC788E46}"/>
          </ac:spMkLst>
        </pc:spChg>
        <pc:spChg chg="add mod">
          <ac:chgData name="Zhu, Ethan (NIH/NIAID) [F]" userId="8c270721-d6a7-4eda-b5dc-99f0d1bc3ea4" providerId="ADAL" clId="{031411FA-67AD-5422-A381-A29D935B3CA5}" dt="2026-07-22T18:40:27.696" v="1434" actId="171"/>
          <ac:spMkLst>
            <pc:docMk/>
            <pc:sldMk cId="2002778566" sldId="256"/>
            <ac:spMk id="250" creationId="{8470167D-1E47-DDD7-F880-03E1252A0443}"/>
          </ac:spMkLst>
        </pc:spChg>
        <pc:spChg chg="add mod">
          <ac:chgData name="Zhu, Ethan (NIH/NIAID) [F]" userId="8c270721-d6a7-4eda-b5dc-99f0d1bc3ea4" providerId="ADAL" clId="{031411FA-67AD-5422-A381-A29D935B3CA5}" dt="2026-07-22T18:43:42.334" v="1471" actId="171"/>
          <ac:spMkLst>
            <pc:docMk/>
            <pc:sldMk cId="2002778566" sldId="256"/>
            <ac:spMk id="253" creationId="{B745CB36-1079-BAEC-47B3-0F957C00870B}"/>
          </ac:spMkLst>
        </pc:spChg>
        <pc:picChg chg="add mod">
          <ac:chgData name="Zhu, Ethan (NIH/NIAID) [F]" userId="8c270721-d6a7-4eda-b5dc-99f0d1bc3ea4" providerId="ADAL" clId="{031411FA-67AD-5422-A381-A29D935B3CA5}" dt="2026-07-30T15:40:58.252" v="6971" actId="1076"/>
          <ac:picMkLst>
            <pc:docMk/>
            <pc:sldMk cId="2002778566" sldId="256"/>
            <ac:picMk id="3" creationId="{31A01942-A441-639A-A918-165DEAEF93E6}"/>
          </ac:picMkLst>
        </pc:picChg>
        <pc:picChg chg="add mod">
          <ac:chgData name="Zhu, Ethan (NIH/NIAID) [F]" userId="8c270721-d6a7-4eda-b5dc-99f0d1bc3ea4" providerId="ADAL" clId="{031411FA-67AD-5422-A381-A29D935B3CA5}" dt="2026-07-30T15:40:32.303" v="6969" actId="1035"/>
          <ac:picMkLst>
            <pc:docMk/>
            <pc:sldMk cId="2002778566" sldId="256"/>
            <ac:picMk id="8" creationId="{D8148947-CD99-ABCB-C0B0-09AD388D1860}"/>
          </ac:picMkLst>
        </pc:picChg>
        <pc:picChg chg="add mod">
          <ac:chgData name="Zhu, Ethan (NIH/NIAID) [F]" userId="8c270721-d6a7-4eda-b5dc-99f0d1bc3ea4" providerId="ADAL" clId="{031411FA-67AD-5422-A381-A29D935B3CA5}" dt="2026-07-30T15:35:03.650" v="6878" actId="1076"/>
          <ac:picMkLst>
            <pc:docMk/>
            <pc:sldMk cId="2002778566" sldId="256"/>
            <ac:picMk id="12" creationId="{BD281581-49D9-59D6-A930-AFB67F6CAF18}"/>
          </ac:picMkLst>
        </pc:picChg>
        <pc:picChg chg="add mod">
          <ac:chgData name="Zhu, Ethan (NIH/NIAID) [F]" userId="8c270721-d6a7-4eda-b5dc-99f0d1bc3ea4" providerId="ADAL" clId="{031411FA-67AD-5422-A381-A29D935B3CA5}" dt="2026-07-30T15:40:32.303" v="6969" actId="1035"/>
          <ac:picMkLst>
            <pc:docMk/>
            <pc:sldMk cId="2002778566" sldId="256"/>
            <ac:picMk id="14" creationId="{FCF2D6A3-D34F-12A6-DC84-751340DE4446}"/>
          </ac:picMkLst>
        </pc:picChg>
        <pc:picChg chg="add mod">
          <ac:chgData name="Zhu, Ethan (NIH/NIAID) [F]" userId="8c270721-d6a7-4eda-b5dc-99f0d1bc3ea4" providerId="ADAL" clId="{031411FA-67AD-5422-A381-A29D935B3CA5}" dt="2026-07-30T15:35:57.775" v="6888" actId="1036"/>
          <ac:picMkLst>
            <pc:docMk/>
            <pc:sldMk cId="2002778566" sldId="256"/>
            <ac:picMk id="16" creationId="{0BBFB5B9-B5D3-7F3A-8905-5283750C5570}"/>
          </ac:picMkLst>
        </pc:picChg>
        <pc:picChg chg="add mod">
          <ac:chgData name="Zhu, Ethan (NIH/NIAID) [F]" userId="8c270721-d6a7-4eda-b5dc-99f0d1bc3ea4" providerId="ADAL" clId="{031411FA-67AD-5422-A381-A29D935B3CA5}" dt="2026-07-30T15:40:32.303" v="6969" actId="1035"/>
          <ac:picMkLst>
            <pc:docMk/>
            <pc:sldMk cId="2002778566" sldId="256"/>
            <ac:picMk id="18" creationId="{AD28B61D-63A2-B183-ED31-D8216421CABD}"/>
          </ac:picMkLst>
        </pc:picChg>
        <pc:picChg chg="add mod">
          <ac:chgData name="Zhu, Ethan (NIH/NIAID) [F]" userId="8c270721-d6a7-4eda-b5dc-99f0d1bc3ea4" providerId="ADAL" clId="{031411FA-67AD-5422-A381-A29D935B3CA5}" dt="2026-07-30T15:40:32.303" v="6969" actId="1035"/>
          <ac:picMkLst>
            <pc:docMk/>
            <pc:sldMk cId="2002778566" sldId="256"/>
            <ac:picMk id="20" creationId="{AA52B723-0736-3BEE-20C8-D5E46FE82077}"/>
          </ac:picMkLst>
        </pc:picChg>
        <pc:picChg chg="add mod">
          <ac:chgData name="Zhu, Ethan (NIH/NIAID) [F]" userId="8c270721-d6a7-4eda-b5dc-99f0d1bc3ea4" providerId="ADAL" clId="{031411FA-67AD-5422-A381-A29D935B3CA5}" dt="2026-07-22T20:35:00.041" v="2343" actId="1037"/>
          <ac:picMkLst>
            <pc:docMk/>
            <pc:sldMk cId="2002778566" sldId="256"/>
            <ac:picMk id="22" creationId="{7F04F09F-8668-9341-A738-F86EB9DF273A}"/>
          </ac:picMkLst>
        </pc:picChg>
        <pc:picChg chg="add mod">
          <ac:chgData name="Zhu, Ethan (NIH/NIAID) [F]" userId="8c270721-d6a7-4eda-b5dc-99f0d1bc3ea4" providerId="ADAL" clId="{031411FA-67AD-5422-A381-A29D935B3CA5}" dt="2026-07-30T14:04:58.421" v="6459" actId="1037"/>
          <ac:picMkLst>
            <pc:docMk/>
            <pc:sldMk cId="2002778566" sldId="256"/>
            <ac:picMk id="24" creationId="{054BC0D9-324F-0D9D-73AC-3323F68F538B}"/>
          </ac:picMkLst>
        </pc:picChg>
        <pc:picChg chg="add mod">
          <ac:chgData name="Zhu, Ethan (NIH/NIAID) [F]" userId="8c270721-d6a7-4eda-b5dc-99f0d1bc3ea4" providerId="ADAL" clId="{031411FA-67AD-5422-A381-A29D935B3CA5}" dt="2026-07-22T20:34:51.587" v="2336" actId="1037"/>
          <ac:picMkLst>
            <pc:docMk/>
            <pc:sldMk cId="2002778566" sldId="256"/>
            <ac:picMk id="26" creationId="{A0D9EB68-969D-6B76-CBE9-CE1AF1D99C90}"/>
          </ac:picMkLst>
        </pc:picChg>
        <pc:picChg chg="add mod">
          <ac:chgData name="Zhu, Ethan (NIH/NIAID) [F]" userId="8c270721-d6a7-4eda-b5dc-99f0d1bc3ea4" providerId="ADAL" clId="{031411FA-67AD-5422-A381-A29D935B3CA5}" dt="2026-07-30T15:01:33.849" v="6765" actId="1076"/>
          <ac:picMkLst>
            <pc:docMk/>
            <pc:sldMk cId="2002778566" sldId="256"/>
            <ac:picMk id="33" creationId="{2A027239-7A18-80A6-C74D-63B25E891DBB}"/>
          </ac:picMkLst>
        </pc:picChg>
        <pc:picChg chg="add mod">
          <ac:chgData name="Zhu, Ethan (NIH/NIAID) [F]" userId="8c270721-d6a7-4eda-b5dc-99f0d1bc3ea4" providerId="ADAL" clId="{031411FA-67AD-5422-A381-A29D935B3CA5}" dt="2026-07-30T14:58:52.311" v="6729" actId="1036"/>
          <ac:picMkLst>
            <pc:docMk/>
            <pc:sldMk cId="2002778566" sldId="256"/>
            <ac:picMk id="35" creationId="{820ED6BD-E66D-411D-F478-8CA862EB717F}"/>
          </ac:picMkLst>
        </pc:picChg>
        <pc:picChg chg="add mod">
          <ac:chgData name="Zhu, Ethan (NIH/NIAID) [F]" userId="8c270721-d6a7-4eda-b5dc-99f0d1bc3ea4" providerId="ADAL" clId="{031411FA-67AD-5422-A381-A29D935B3CA5}" dt="2026-07-30T15:46:31.859" v="7007" actId="1076"/>
          <ac:picMkLst>
            <pc:docMk/>
            <pc:sldMk cId="2002778566" sldId="256"/>
            <ac:picMk id="38" creationId="{BC2250B1-3D5F-7854-D602-D7A5BB70C741}"/>
          </ac:picMkLst>
        </pc:picChg>
        <pc:picChg chg="add del mod">
          <ac:chgData name="Zhu, Ethan (NIH/NIAID) [F]" userId="8c270721-d6a7-4eda-b5dc-99f0d1bc3ea4" providerId="ADAL" clId="{031411FA-67AD-5422-A381-A29D935B3CA5}" dt="2026-07-30T14:15:48.410" v="6535" actId="931"/>
          <ac:picMkLst>
            <pc:docMk/>
            <pc:sldMk cId="2002778566" sldId="256"/>
            <ac:picMk id="40" creationId="{28BA4AD2-FC12-CFD8-1E17-D5807AA613CC}"/>
          </ac:picMkLst>
        </pc:picChg>
        <pc:picChg chg="add mod">
          <ac:chgData name="Zhu, Ethan (NIH/NIAID) [F]" userId="8c270721-d6a7-4eda-b5dc-99f0d1bc3ea4" providerId="ADAL" clId="{031411FA-67AD-5422-A381-A29D935B3CA5}" dt="2026-07-30T15:45:06.870" v="6990" actId="1076"/>
          <ac:picMkLst>
            <pc:docMk/>
            <pc:sldMk cId="2002778566" sldId="256"/>
            <ac:picMk id="42" creationId="{A888D051-2842-C5A8-9382-CF33DCDC0601}"/>
          </ac:picMkLst>
        </pc:picChg>
        <pc:picChg chg="add mod">
          <ac:chgData name="Zhu, Ethan (NIH/NIAID) [F]" userId="8c270721-d6a7-4eda-b5dc-99f0d1bc3ea4" providerId="ADAL" clId="{031411FA-67AD-5422-A381-A29D935B3CA5}" dt="2026-07-30T16:06:35.479" v="7113" actId="1076"/>
          <ac:picMkLst>
            <pc:docMk/>
            <pc:sldMk cId="2002778566" sldId="256"/>
            <ac:picMk id="44" creationId="{9B36D8A8-3B56-4C33-1EEC-DC869D11A0A3}"/>
          </ac:picMkLst>
        </pc:picChg>
        <pc:picChg chg="add del mod">
          <ac:chgData name="Zhu, Ethan (NIH/NIAID) [F]" userId="8c270721-d6a7-4eda-b5dc-99f0d1bc3ea4" providerId="ADAL" clId="{031411FA-67AD-5422-A381-A29D935B3CA5}" dt="2026-07-30T15:44:33.997" v="6980" actId="478"/>
          <ac:picMkLst>
            <pc:docMk/>
            <pc:sldMk cId="2002778566" sldId="256"/>
            <ac:picMk id="46" creationId="{C66BFC20-7E8B-D5E9-7352-33AA981587F3}"/>
          </ac:picMkLst>
        </pc:picChg>
        <pc:picChg chg="add mod">
          <ac:chgData name="Zhu, Ethan (NIH/NIAID) [F]" userId="8c270721-d6a7-4eda-b5dc-99f0d1bc3ea4" providerId="ADAL" clId="{031411FA-67AD-5422-A381-A29D935B3CA5}" dt="2026-07-30T18:48:25.724" v="7365" actId="1076"/>
          <ac:picMkLst>
            <pc:docMk/>
            <pc:sldMk cId="2002778566" sldId="256"/>
            <ac:picMk id="146" creationId="{3567C3ED-2796-EB09-D6D6-9E0051038D5B}"/>
          </ac:picMkLst>
        </pc:picChg>
        <pc:picChg chg="add mod">
          <ac:chgData name="Zhu, Ethan (NIH/NIAID) [F]" userId="8c270721-d6a7-4eda-b5dc-99f0d1bc3ea4" providerId="ADAL" clId="{031411FA-67AD-5422-A381-A29D935B3CA5}" dt="2026-07-30T18:48:37.728" v="7367" actId="14100"/>
          <ac:picMkLst>
            <pc:docMk/>
            <pc:sldMk cId="2002778566" sldId="256"/>
            <ac:picMk id="148" creationId="{DA08AA32-202A-1259-FAA9-29B8A1326156}"/>
          </ac:picMkLst>
        </pc:picChg>
        <pc:picChg chg="mod">
          <ac:chgData name="Zhu, Ethan (NIH/NIAID) [F]" userId="8c270721-d6a7-4eda-b5dc-99f0d1bc3ea4" providerId="ADAL" clId="{031411FA-67AD-5422-A381-A29D935B3CA5}" dt="2026-07-22T16:07:47.239" v="487" actId="1076"/>
          <ac:picMkLst>
            <pc:docMk/>
            <pc:sldMk cId="2002778566" sldId="256"/>
            <ac:picMk id="179" creationId="{299D5E43-7772-B493-40AA-220163217793}"/>
          </ac:picMkLst>
        </pc:picChg>
        <pc:picChg chg="add del">
          <ac:chgData name="Zhu, Ethan (NIH/NIAID) [F]" userId="8c270721-d6a7-4eda-b5dc-99f0d1bc3ea4" providerId="ADAL" clId="{031411FA-67AD-5422-A381-A29D935B3CA5}" dt="2026-07-30T13:48:19.165" v="6318" actId="478"/>
          <ac:picMkLst>
            <pc:docMk/>
            <pc:sldMk cId="2002778566" sldId="256"/>
            <ac:picMk id="194" creationId="{8BF4F4B6-3285-D892-B503-D8D14E13BD12}"/>
          </ac:picMkLst>
        </pc:picChg>
        <pc:picChg chg="add del mod">
          <ac:chgData name="Zhu, Ethan (NIH/NIAID) [F]" userId="8c270721-d6a7-4eda-b5dc-99f0d1bc3ea4" providerId="ADAL" clId="{031411FA-67AD-5422-A381-A29D935B3CA5}" dt="2026-07-30T13:48:21.904" v="6320" actId="478"/>
          <ac:picMkLst>
            <pc:docMk/>
            <pc:sldMk cId="2002778566" sldId="256"/>
            <ac:picMk id="196" creationId="{B1515840-5E60-CF30-85A6-94D2C41ECF38}"/>
          </ac:picMkLst>
        </pc:picChg>
        <pc:picChg chg="add del mod">
          <ac:chgData name="Zhu, Ethan (NIH/NIAID) [F]" userId="8c270721-d6a7-4eda-b5dc-99f0d1bc3ea4" providerId="ADAL" clId="{031411FA-67AD-5422-A381-A29D935B3CA5}" dt="2026-07-30T13:48:16.438" v="6316" actId="478"/>
          <ac:picMkLst>
            <pc:docMk/>
            <pc:sldMk cId="2002778566" sldId="256"/>
            <ac:picMk id="198" creationId="{1B6EB631-AF4F-23D9-9D32-1090F31DE25D}"/>
          </ac:picMkLst>
        </pc:picChg>
        <pc:picChg chg="add del mod">
          <ac:chgData name="Zhu, Ethan (NIH/NIAID) [F]" userId="8c270721-d6a7-4eda-b5dc-99f0d1bc3ea4" providerId="ADAL" clId="{031411FA-67AD-5422-A381-A29D935B3CA5}" dt="2026-07-30T14:11:52.511" v="6497" actId="478"/>
          <ac:picMkLst>
            <pc:docMk/>
            <pc:sldMk cId="2002778566" sldId="256"/>
            <ac:picMk id="208" creationId="{FC67E547-8EDF-41FC-6D28-D197055FFB2C}"/>
          </ac:picMkLst>
        </pc:picChg>
        <pc:picChg chg="del mod">
          <ac:chgData name="Zhu, Ethan (NIH/NIAID) [F]" userId="8c270721-d6a7-4eda-b5dc-99f0d1bc3ea4" providerId="ADAL" clId="{031411FA-67AD-5422-A381-A29D935B3CA5}" dt="2026-07-30T15:44:38.657" v="6982" actId="478"/>
          <ac:picMkLst>
            <pc:docMk/>
            <pc:sldMk cId="2002778566" sldId="256"/>
            <ac:picMk id="216" creationId="{0F8B5AA0-B53F-10A3-F716-C4A63957C7C9}"/>
          </ac:picMkLst>
        </pc:picChg>
        <pc:picChg chg="add del mod">
          <ac:chgData name="Zhu, Ethan (NIH/NIAID) [F]" userId="8c270721-d6a7-4eda-b5dc-99f0d1bc3ea4" providerId="ADAL" clId="{031411FA-67AD-5422-A381-A29D935B3CA5}" dt="2026-07-30T14:15:58.267" v="6540" actId="478"/>
          <ac:picMkLst>
            <pc:docMk/>
            <pc:sldMk cId="2002778566" sldId="256"/>
            <ac:picMk id="226" creationId="{7482E5F0-354A-A4D1-9E2A-6F094B4911B1}"/>
          </ac:picMkLst>
        </pc:picChg>
        <pc:picChg chg="add del mod">
          <ac:chgData name="Zhu, Ethan (NIH/NIAID) [F]" userId="8c270721-d6a7-4eda-b5dc-99f0d1bc3ea4" providerId="ADAL" clId="{031411FA-67AD-5422-A381-A29D935B3CA5}" dt="2026-07-30T14:16:23.479" v="6545" actId="478"/>
          <ac:picMkLst>
            <pc:docMk/>
            <pc:sldMk cId="2002778566" sldId="256"/>
            <ac:picMk id="228" creationId="{8C3B4743-ECD9-2BEF-CC0C-C9B4F598D1F7}"/>
          </ac:picMkLst>
        </pc:picChg>
        <pc:picChg chg="add del mod">
          <ac:chgData name="Zhu, Ethan (NIH/NIAID) [F]" userId="8c270721-d6a7-4eda-b5dc-99f0d1bc3ea4" providerId="ADAL" clId="{031411FA-67AD-5422-A381-A29D935B3CA5}" dt="2026-07-30T14:16:22.194" v="6544" actId="478"/>
          <ac:picMkLst>
            <pc:docMk/>
            <pc:sldMk cId="2002778566" sldId="256"/>
            <ac:picMk id="230" creationId="{7B62BECB-7D6F-A5D2-EBE3-F348D2653769}"/>
          </ac:picMkLst>
        </pc:picChg>
        <pc:cxnChg chg="add del">
          <ac:chgData name="Zhu, Ethan (NIH/NIAID) [F]" userId="8c270721-d6a7-4eda-b5dc-99f0d1bc3ea4" providerId="ADAL" clId="{031411FA-67AD-5422-A381-A29D935B3CA5}" dt="2026-07-30T16:19:38.156" v="7174" actId="478"/>
          <ac:cxnSpMkLst>
            <pc:docMk/>
            <pc:sldMk cId="2002778566" sldId="256"/>
            <ac:cxnSpMk id="128" creationId="{185938E2-4062-0E3B-2238-F9AFCF9989CD}"/>
          </ac:cxnSpMkLst>
        </pc:cxnChg>
        <pc:cxnChg chg="add mod">
          <ac:chgData name="Zhu, Ethan (NIH/NIAID) [F]" userId="8c270721-d6a7-4eda-b5dc-99f0d1bc3ea4" providerId="ADAL" clId="{031411FA-67AD-5422-A381-A29D935B3CA5}" dt="2026-07-30T16:27:32.582" v="7242" actId="14100"/>
          <ac:cxnSpMkLst>
            <pc:docMk/>
            <pc:sldMk cId="2002778566" sldId="256"/>
            <ac:cxnSpMk id="132" creationId="{9AF9B3D3-335D-ABBD-77E5-FC4A30B19CC5}"/>
          </ac:cxnSpMkLst>
        </pc:cxnChg>
        <pc:cxnChg chg="add mod">
          <ac:chgData name="Zhu, Ethan (NIH/NIAID) [F]" userId="8c270721-d6a7-4eda-b5dc-99f0d1bc3ea4" providerId="ADAL" clId="{031411FA-67AD-5422-A381-A29D935B3CA5}" dt="2026-07-30T16:27:23.921" v="7241" actId="14100"/>
          <ac:cxnSpMkLst>
            <pc:docMk/>
            <pc:sldMk cId="2002778566" sldId="256"/>
            <ac:cxnSpMk id="137" creationId="{F300A08B-C4AF-C559-D2D6-2AADEB4513F3}"/>
          </ac:cxnSpMkLst>
        </pc:cxnChg>
      </pc:sldChg>
      <pc:sldChg chg="addSp delSp modSp add mod">
        <pc:chgData name="Zhu, Ethan (NIH/NIAID) [F]" userId="8c270721-d6a7-4eda-b5dc-99f0d1bc3ea4" providerId="ADAL" clId="{031411FA-67AD-5422-A381-A29D935B3CA5}" dt="2026-07-30T13:47:40.053" v="6312" actId="478"/>
        <pc:sldMkLst>
          <pc:docMk/>
          <pc:sldMk cId="734566385" sldId="257"/>
        </pc:sldMkLst>
        <pc:spChg chg="mod">
          <ac:chgData name="Zhu, Ethan (NIH/NIAID) [F]" userId="8c270721-d6a7-4eda-b5dc-99f0d1bc3ea4" providerId="ADAL" clId="{031411FA-67AD-5422-A381-A29D935B3CA5}" dt="2026-07-30T13:40:34.750" v="6310" actId="1036"/>
          <ac:spMkLst>
            <pc:docMk/>
            <pc:sldMk cId="734566385" sldId="257"/>
            <ac:spMk id="25" creationId="{CEA8DC87-1FAC-A974-1B7A-2D74C2F37526}"/>
          </ac:spMkLst>
        </pc:spChg>
        <pc:picChg chg="add del">
          <ac:chgData name="Zhu, Ethan (NIH/NIAID) [F]" userId="8c270721-d6a7-4eda-b5dc-99f0d1bc3ea4" providerId="ADAL" clId="{031411FA-67AD-5422-A381-A29D935B3CA5}" dt="2026-07-30T13:47:40.053" v="6312" actId="478"/>
          <ac:picMkLst>
            <pc:docMk/>
            <pc:sldMk cId="734566385" sldId="257"/>
            <ac:picMk id="198" creationId="{B07247A4-A2CB-7ED3-239B-FAF1B2A9068D}"/>
          </ac:picMkLst>
        </pc:picChg>
      </pc:sldChg>
    </pc:docChg>
  </pc:docChgLst>
</pc:chgInfo>
</file>

<file path=ppt/comments/modernComment_100_775FF9C6.xml><?xml version="1.0" encoding="utf-8"?>
<p188:cmLst xmlns:a="http://schemas.openxmlformats.org/drawingml/2006/main" xmlns:r="http://schemas.openxmlformats.org/officeDocument/2006/relationships" xmlns:p188="http://schemas.microsoft.com/office/powerpoint/2018/8/main">
  <p188:cm id="{E5E4DFE2-59F0-884C-BD1D-94FB257A0B20}" authorId="{A5E07615-F5BA-395B-081E-B602B2BB3811}" status="resolved" created="2026-07-23T14:00:42.187" complete="100000">
    <ac:deMkLst xmlns:ac="http://schemas.microsoft.com/office/drawing/2013/main/command">
      <pc:docMk xmlns:pc="http://schemas.microsoft.com/office/powerpoint/2013/main/command"/>
      <pc:sldMk xmlns:pc="http://schemas.microsoft.com/office/powerpoint/2013/main/command" cId="2002778566" sldId="256"/>
      <ac:spMk id="176" creationId="{D0182C56-7113-737C-E517-2BB5FC80F952}"/>
    </ac:deMkLst>
    <p188:txBody>
      <a:bodyPr/>
      <a:lstStyle/>
      <a:p>
        <a:r>
          <a:rPr lang="en-US"/>
          <a:t>change sbml generation wizard to something else such as workflow diagram</a:t>
        </a:r>
      </a:p>
    </p188:txBody>
  </p188:cm>
  <p188:cm id="{EBD5F4E0-60AB-DB4F-B726-7A6EA73890A6}" authorId="{A5E07615-F5BA-395B-081E-B602B2BB3811}" created="2026-07-23T14:03:29.362">
    <ac:deMkLst xmlns:ac="http://schemas.microsoft.com/office/drawing/2013/main/command">
      <pc:docMk xmlns:pc="http://schemas.microsoft.com/office/powerpoint/2013/main/command"/>
      <pc:sldMk xmlns:pc="http://schemas.microsoft.com/office/powerpoint/2013/main/command" cId="2002778566" sldId="256"/>
      <ac:spMk id="182" creationId="{29458E23-41AD-732B-BA4F-912385E62971}"/>
    </ac:deMkLst>
    <p188:replyLst>
      <p188:reply id="{E62D7B01-3BAB-9D49-AB4E-6D3CC39B7C1C}" authorId="{A5E07615-F5BA-395B-081E-B602B2BB3811}" created="2026-07-23T14:03:40.487">
        <p188:txBody>
          <a:bodyPr/>
          <a:lstStyle/>
          <a:p>
            <a:r>
              <a:rPr lang="en-US"/>
              <a:t>maybe add diagram if really want to include all this info</a:t>
            </a:r>
          </a:p>
        </p188:txBody>
      </p188:reply>
      <p188:reply id="{548F6F4A-59DA-B243-917E-00AF41BBA8DE}" authorId="{A5E07615-F5BA-395B-081E-B602B2BB3811}" created="2026-07-29T18:38:52.117">
        <p188:txBody>
          <a:bodyPr/>
          <a:lstStyle/>
          <a:p>
            <a:r>
              <a:rPr lang="en-US"/>
              <a:t>go over simmune and SBML, what are they?</a:t>
            </a:r>
          </a:p>
        </p188:txBody>
      </p188:reply>
      <p188:reply id="{2E18027E-7592-9B40-A4F9-63D5715BC42E}" authorId="{A5E07615-F5BA-395B-081E-B602B2BB3811}" created="2026-07-30T14:36:50.303">
        <p188:txBody>
          <a:bodyPr/>
          <a:lstStyle/>
          <a:p>
            <a:r>
              <a:rPr lang="en-US"/>
              <a:t>still shorten</a:t>
            </a:r>
          </a:p>
        </p188:txBody>
      </p188:reply>
    </p188:replyLst>
    <p188:txBody>
      <a:bodyPr/>
      <a:lstStyle/>
      <a:p>
        <a:r>
          <a:rPr lang="en-US"/>
          <a:t>consider shortening be more concise</a:t>
        </a:r>
      </a:p>
    </p188:txBody>
  </p188:cm>
  <p188:cm id="{7D1BAD57-198A-C744-BBA1-DF8B990FF7D5}" authorId="{A5E07615-F5BA-395B-081E-B602B2BB3811}" status="resolved" created="2026-07-30T14:40:22.813" complete="100000">
    <ac:deMkLst xmlns:ac="http://schemas.microsoft.com/office/drawing/2013/main/command">
      <pc:docMk xmlns:pc="http://schemas.microsoft.com/office/powerpoint/2013/main/command"/>
      <pc:sldMk xmlns:pc="http://schemas.microsoft.com/office/powerpoint/2013/main/command" cId="2002778566" sldId="256"/>
      <ac:spMk id="185" creationId="{A8168DB8-97E5-AE08-A304-C5BE77BEC765}"/>
    </ac:deMkLst>
    <p188:txBody>
      <a:bodyPr/>
      <a:lstStyle/>
      <a:p>
        <a:r>
          <a:rPr lang="en-US"/>
          <a:t>mabye move this to where workflow is now</a:t>
        </a:r>
      </a:p>
    </p188:txBody>
  </p188:cm>
  <p188:cm id="{F51D50C5-B66F-714D-A9E3-8B35CC625013}" authorId="{A5E07615-F5BA-395B-081E-B602B2BB3811}" status="resolved" created="2026-07-30T14:40:31.540" complete="100000">
    <ac:deMkLst xmlns:ac="http://schemas.microsoft.com/office/drawing/2013/main/command">
      <pc:docMk xmlns:pc="http://schemas.microsoft.com/office/powerpoint/2013/main/command"/>
      <pc:sldMk xmlns:pc="http://schemas.microsoft.com/office/powerpoint/2013/main/command" cId="2002778566" sldId="256"/>
      <ac:spMk id="190" creationId="{CDC89141-F6D5-0F8E-F4FD-577F65F2EBCD}"/>
    </ac:deMkLst>
    <p188:txBody>
      <a:bodyPr/>
      <a:lstStyle/>
      <a:p>
        <a:r>
          <a:rPr lang="en-US"/>
          <a:t>improve resolution on these images</a:t>
        </a:r>
      </a:p>
    </p188:txBody>
  </p188:cm>
  <p188:cm id="{AC152BF3-9B9C-BB45-8BD8-BD77AC010571}" authorId="{A5E07615-F5BA-395B-081E-B602B2BB3811}" status="resolved" created="2026-07-30T14:42:24.393" complete="100000">
    <ac:deMkLst xmlns:ac="http://schemas.microsoft.com/office/drawing/2013/main/command">
      <pc:docMk xmlns:pc="http://schemas.microsoft.com/office/powerpoint/2013/main/command"/>
      <pc:sldMk xmlns:pc="http://schemas.microsoft.com/office/powerpoint/2013/main/command" cId="2002778566" sldId="256"/>
      <ac:spMk id="183" creationId="{E08056B0-479D-FE2D-05E0-DD36BD14D64F}"/>
    </ac:deMkLst>
    <p188:txBody>
      <a:bodyPr/>
      <a:lstStyle/>
      <a:p>
        <a:r>
          <a:rPr lang="en-US"/>
          <a:t>add captions here for the icons less text</a:t>
        </a:r>
      </a:p>
    </p188:txBody>
  </p188:cm>
  <p188:cm id="{2A9BA6CF-940B-D147-A5EF-B06EB5BF71F0}" authorId="{A5E07615-F5BA-395B-081E-B602B2BB3811}" status="resolved" created="2026-07-30T14:47:40.256" complete="100000">
    <ac:deMkLst xmlns:ac="http://schemas.microsoft.com/office/drawing/2013/main/command">
      <pc:docMk xmlns:pc="http://schemas.microsoft.com/office/powerpoint/2013/main/command"/>
      <pc:sldMk xmlns:pc="http://schemas.microsoft.com/office/powerpoint/2013/main/command" cId="2002778566" sldId="256"/>
      <ac:spMk id="253" creationId="{B745CB36-1079-BAEC-47B3-0F957C00870B}"/>
    </ac:deMkLst>
    <p188:replyLst>
      <p188:reply id="{396AD124-3D3B-8248-B38D-0CAB28D33523}" authorId="{A5E07615-F5BA-395B-081E-B602B2BB3811}" created="2026-07-30T14:48:07.115">
        <p188:txBody>
          <a:bodyPr/>
          <a:lstStyle/>
          <a:p>
            <a:r>
              <a:rPr lang="en-US"/>
              <a:t>also rearrange this so the final product is portrait view and wide</a:t>
            </a:r>
          </a:p>
        </p188:txBody>
      </p188:reply>
      <p188:reply id="{F1EA2238-4589-774E-976D-5857EEF41D56}" authorId="{A5E07615-F5BA-395B-081E-B602B2BB3811}" created="2026-07-30T14:51:20.176">
        <p188:txBody>
          <a:bodyPr/>
          <a:lstStyle/>
          <a:p>
            <a:r>
              <a:rPr lang="en-US"/>
              <a:t>check photos for suggested layout</a:t>
            </a:r>
          </a:p>
        </p188:txBody>
      </p188:reply>
    </p188:replyLst>
    <p188:txBody>
      <a:bodyPr/>
      <a:lstStyle/>
      <a:p>
        <a:r>
          <a:rPr lang="en-US"/>
          <a:t>remove modeler view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DD393-E6BE-1B46-98AC-F87414EA01A6}" type="datetimeFigureOut">
              <a:rPr lang="en-US" smtClean="0"/>
              <a:t>7/28/26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0438A2-0538-3344-A49D-D09FDFBD1772}" type="slidenum">
              <a:rPr lang="en-US" smtClean="0"/>
              <a:t>‹#›</a:t>
            </a:fld>
            <a:endParaRPr lang="en-US"/>
          </a:p>
        </p:txBody>
      </p:sp>
    </p:spTree>
    <p:extLst>
      <p:ext uri="{BB962C8B-B14F-4D97-AF65-F5344CB8AC3E}">
        <p14:creationId xmlns:p14="http://schemas.microsoft.com/office/powerpoint/2010/main" val="3919888195"/>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0438A2-0538-3344-A49D-D09FDFBD1772}" type="slidenum">
              <a:rPr lang="en-US" smtClean="0"/>
              <a:t>1</a:t>
            </a:fld>
            <a:endParaRPr lang="en-US"/>
          </a:p>
        </p:txBody>
      </p:sp>
    </p:spTree>
    <p:extLst>
      <p:ext uri="{BB962C8B-B14F-4D97-AF65-F5344CB8AC3E}">
        <p14:creationId xmlns:p14="http://schemas.microsoft.com/office/powerpoint/2010/main" val="2279362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44FA5-F4D7-D6BA-287C-E7CEDFB42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3B586-7550-39A3-9657-4F73994CA4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802AE4-BE92-14EE-EA65-82A54FBBD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9A7939-83DA-1BCC-7081-E609B264D380}"/>
              </a:ext>
            </a:extLst>
          </p:cNvPr>
          <p:cNvSpPr>
            <a:spLocks noGrp="1"/>
          </p:cNvSpPr>
          <p:nvPr>
            <p:ph type="sldNum" sz="quarter" idx="5"/>
          </p:nvPr>
        </p:nvSpPr>
        <p:spPr/>
        <p:txBody>
          <a:bodyPr/>
          <a:lstStyle/>
          <a:p>
            <a:fld id="{170438A2-0538-3344-A49D-D09FDFBD1772}" type="slidenum">
              <a:rPr lang="en-US" smtClean="0"/>
              <a:t>2</a:t>
            </a:fld>
            <a:endParaRPr lang="en-US"/>
          </a:p>
        </p:txBody>
      </p:sp>
    </p:spTree>
    <p:extLst>
      <p:ext uri="{BB962C8B-B14F-4D97-AF65-F5344CB8AC3E}">
        <p14:creationId xmlns:p14="http://schemas.microsoft.com/office/powerpoint/2010/main" val="2562864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563805165"/>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60008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A8FEC-6953-E24B-85C0-39BF0C29C53A}"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73999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A8FEC-6953-E24B-85C0-39BF0C29C53A}"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86972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A8FEC-6953-E24B-85C0-39BF0C29C53A}" type="datetimeFigureOut">
              <a:rPr lang="en-US" smtClean="0"/>
              <a:t>7/28/26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83873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A8FEC-6953-E24B-85C0-39BF0C29C53A}" type="datetimeFigureOut">
              <a:rPr lang="en-US" smtClean="0"/>
              <a:t>7/28/26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424018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A8FEC-6953-E24B-85C0-39BF0C29C53A}" type="datetimeFigureOut">
              <a:rPr lang="en-US" smtClean="0"/>
              <a:t>7/28/26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49162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81643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0326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6475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05850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5D1A8FEC-6953-E24B-85C0-39BF0C29C53A}" type="datetimeFigureOut">
              <a:rPr lang="en-US" smtClean="0"/>
              <a:t>7/28/26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F6162D08-6C9A-4848-A8AB-6E06506B9663}" type="slidenum">
              <a:rPr lang="en-US" smtClean="0"/>
              <a:t>‹#›</a:t>
            </a:fld>
            <a:endParaRPr lang="en-US"/>
          </a:p>
        </p:txBody>
      </p:sp>
    </p:spTree>
    <p:extLst>
      <p:ext uri="{BB962C8B-B14F-4D97-AF65-F5344CB8AC3E}">
        <p14:creationId xmlns:p14="http://schemas.microsoft.com/office/powerpoint/2010/main" val="17266320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svg"/><Relationship Id="rId18" Type="http://schemas.openxmlformats.org/officeDocument/2006/relationships/image" Target="../media/image15.png"/><Relationship Id="rId3" Type="http://schemas.microsoft.com/office/2018/10/relationships/comments" Target="../comments/modernComment_100_775FF9C6.xml"/><Relationship Id="rId21" Type="http://schemas.openxmlformats.org/officeDocument/2006/relationships/image" Target="../media/image18.png"/><Relationship Id="rId7" Type="http://schemas.openxmlformats.org/officeDocument/2006/relationships/image" Target="../media/image4.svg"/><Relationship Id="rId12" Type="http://schemas.openxmlformats.org/officeDocument/2006/relationships/image" Target="../media/image9.sv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svg"/><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3.svg"/><Relationship Id="rId18" Type="http://schemas.openxmlformats.org/officeDocument/2006/relationships/image" Target="../media/image8.svg"/><Relationship Id="rId3" Type="http://schemas.openxmlformats.org/officeDocument/2006/relationships/image" Target="../media/image1.svg"/><Relationship Id="rId21" Type="http://schemas.openxmlformats.org/officeDocument/2006/relationships/image" Target="../media/image11.png"/><Relationship Id="rId7" Type="http://schemas.openxmlformats.org/officeDocument/2006/relationships/image" Target="../media/image20.png"/><Relationship Id="rId12" Type="http://schemas.openxmlformats.org/officeDocument/2006/relationships/image" Target="../media/image2.svg"/><Relationship Id="rId17" Type="http://schemas.openxmlformats.org/officeDocument/2006/relationships/image" Target="../media/image7.png"/><Relationship Id="rId2" Type="http://schemas.openxmlformats.org/officeDocument/2006/relationships/notesSlide" Target="../notesSlides/notesSlide2.xml"/><Relationship Id="rId16" Type="http://schemas.openxmlformats.org/officeDocument/2006/relationships/image" Target="../media/image6.png"/><Relationship Id="rId20" Type="http://schemas.openxmlformats.org/officeDocument/2006/relationships/image" Target="../media/image10.sv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5.svg"/><Relationship Id="rId10" Type="http://schemas.openxmlformats.org/officeDocument/2006/relationships/image" Target="../media/image23.png"/><Relationship Id="rId19" Type="http://schemas.openxmlformats.org/officeDocument/2006/relationships/image" Target="../media/image9.svg"/><Relationship Id="rId4" Type="http://schemas.openxmlformats.org/officeDocument/2006/relationships/image" Target="../media/image19.png"/><Relationship Id="rId9" Type="http://schemas.openxmlformats.org/officeDocument/2006/relationships/image" Target="../media/image22.png"/><Relationship Id="rId14" Type="http://schemas.openxmlformats.org/officeDocument/2006/relationships/image" Target="../media/image4.svg"/><Relationship Id="rId2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FFFF0"/>
        </a:solidFill>
        <a:effectLst/>
      </p:bgPr>
    </p:bg>
    <p:spTree>
      <p:nvGrpSpPr>
        <p:cNvPr id="1" name=""/>
        <p:cNvGrpSpPr/>
        <p:nvPr/>
      </p:nvGrpSpPr>
      <p:grpSpPr>
        <a:xfrm>
          <a:off x="0" y="0"/>
          <a:ext cx="0" cy="0"/>
          <a:chOff x="0" y="0"/>
          <a:chExt cx="0" cy="0"/>
        </a:xfrm>
      </p:grpSpPr>
      <p:sp>
        <p:nvSpPr>
          <p:cNvPr id="236" name="Rounded Rectangle 235">
            <a:extLst>
              <a:ext uri="{FF2B5EF4-FFF2-40B4-BE49-F238E27FC236}">
                <a16:creationId xmlns:a16="http://schemas.microsoft.com/office/drawing/2014/main" id="{AF5714AB-DDAF-B627-5552-ABAFA2A6840F}"/>
              </a:ext>
            </a:extLst>
          </p:cNvPr>
          <p:cNvSpPr>
            <a:spLocks noGrp="1" noRot="1" noMove="1" noResize="1" noEditPoints="1" noAdjustHandles="1" noChangeArrowheads="1" noChangeShapeType="1"/>
          </p:cNvSpPr>
          <p:nvPr/>
        </p:nvSpPr>
        <p:spPr>
          <a:xfrm>
            <a:off x="914397" y="16991782"/>
            <a:ext cx="13258798"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ounded Rectangle 234">
            <a:extLst>
              <a:ext uri="{FF2B5EF4-FFF2-40B4-BE49-F238E27FC236}">
                <a16:creationId xmlns:a16="http://schemas.microsoft.com/office/drawing/2014/main" id="{67D5ADF2-18F8-83F1-772C-F9B786C87AFC}"/>
              </a:ext>
            </a:extLst>
          </p:cNvPr>
          <p:cNvSpPr>
            <a:spLocks/>
          </p:cNvSpPr>
          <p:nvPr/>
        </p:nvSpPr>
        <p:spPr>
          <a:xfrm>
            <a:off x="29717993" y="4116148"/>
            <a:ext cx="13315960" cy="10903284"/>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ounded Rectangle 223">
            <a:extLst>
              <a:ext uri="{FF2B5EF4-FFF2-40B4-BE49-F238E27FC236}">
                <a16:creationId xmlns:a16="http://schemas.microsoft.com/office/drawing/2014/main" id="{BCF01AE3-EE0E-D8B2-AE26-0F50ACD28B6C}"/>
              </a:ext>
            </a:extLst>
          </p:cNvPr>
          <p:cNvSpPr>
            <a:spLocks/>
          </p:cNvSpPr>
          <p:nvPr/>
        </p:nvSpPr>
        <p:spPr>
          <a:xfrm>
            <a:off x="14845552" y="16991782"/>
            <a:ext cx="14200094"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7DB56C9-55B7-9BDE-0B69-D86D440E9352}"/>
              </a:ext>
            </a:extLst>
          </p:cNvPr>
          <p:cNvSpPr txBox="1"/>
          <p:nvPr/>
        </p:nvSpPr>
        <p:spPr>
          <a:xfrm>
            <a:off x="-578788" y="860252"/>
            <a:ext cx="38461950" cy="1323439"/>
          </a:xfrm>
          <a:prstGeom prst="rect">
            <a:avLst/>
          </a:prstGeom>
          <a:noFill/>
        </p:spPr>
        <p:txBody>
          <a:bodyPr wrap="square" rtlCol="0">
            <a:spAutoFit/>
          </a:bodyPr>
          <a:lstStyle/>
          <a:p>
            <a:pPr algn="ctr"/>
            <a:r>
              <a:rPr lang="en-US" sz="8000" dirty="0"/>
              <a:t>Biology in silico: LLM workflow translating signaling diagrams to Simmune models</a:t>
            </a:r>
          </a:p>
        </p:txBody>
      </p:sp>
      <p:sp>
        <p:nvSpPr>
          <p:cNvPr id="168" name="Rounded Rectangle 167">
            <a:extLst>
              <a:ext uri="{FF2B5EF4-FFF2-40B4-BE49-F238E27FC236}">
                <a16:creationId xmlns:a16="http://schemas.microsoft.com/office/drawing/2014/main" id="{28802E8B-8F24-7836-8EFB-2E2DA71D986F}"/>
              </a:ext>
            </a:extLst>
          </p:cNvPr>
          <p:cNvSpPr>
            <a:spLocks/>
          </p:cNvSpPr>
          <p:nvPr/>
        </p:nvSpPr>
        <p:spPr>
          <a:xfrm>
            <a:off x="914402" y="4114800"/>
            <a:ext cx="13258798" cy="12344399"/>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497BA477-C775-1830-9149-9558E85E9681}"/>
              </a:ext>
            </a:extLst>
          </p:cNvPr>
          <p:cNvSpPr txBox="1"/>
          <p:nvPr/>
        </p:nvSpPr>
        <p:spPr>
          <a:xfrm>
            <a:off x="914399" y="2282562"/>
            <a:ext cx="33375600" cy="1446550"/>
          </a:xfrm>
          <a:prstGeom prst="rect">
            <a:avLst/>
          </a:prstGeom>
          <a:noFill/>
        </p:spPr>
        <p:txBody>
          <a:bodyPr wrap="square" rtlCol="0">
            <a:spAutoFit/>
          </a:bodyPr>
          <a:lstStyle/>
          <a:p>
            <a:r>
              <a:rPr lang="en-US" sz="4400" dirty="0"/>
              <a:t>Ethan Zhu, Fengkai Zhang, Martin Meier-Schellersheim</a:t>
            </a:r>
          </a:p>
          <a:p>
            <a:r>
              <a:rPr lang="en-US" sz="4400" dirty="0"/>
              <a:t>Laboratory of Immune System Biology (LISB), National Institute of Allergy and Infectious Diseases (NIAID), NIH, Bethesda, MD, USA.</a:t>
            </a:r>
          </a:p>
        </p:txBody>
      </p:sp>
      <p:sp>
        <p:nvSpPr>
          <p:cNvPr id="176" name="Rounded Rectangle 175">
            <a:extLst>
              <a:ext uri="{FF2B5EF4-FFF2-40B4-BE49-F238E27FC236}">
                <a16:creationId xmlns:a16="http://schemas.microsoft.com/office/drawing/2014/main" id="{D0182C56-7113-737C-E517-2BB5FC80F952}"/>
              </a:ext>
            </a:extLst>
          </p:cNvPr>
          <p:cNvSpPr>
            <a:spLocks/>
          </p:cNvSpPr>
          <p:nvPr/>
        </p:nvSpPr>
        <p:spPr>
          <a:xfrm>
            <a:off x="14845553" y="4114799"/>
            <a:ext cx="14200094" cy="12364206"/>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ounded Rectangle 176">
            <a:extLst>
              <a:ext uri="{FF2B5EF4-FFF2-40B4-BE49-F238E27FC236}">
                <a16:creationId xmlns:a16="http://schemas.microsoft.com/office/drawing/2014/main" id="{00A1EFE5-7D09-3EA4-3D16-6D9C1F12C272}"/>
              </a:ext>
            </a:extLst>
          </p:cNvPr>
          <p:cNvSpPr>
            <a:spLocks/>
          </p:cNvSpPr>
          <p:nvPr/>
        </p:nvSpPr>
        <p:spPr>
          <a:xfrm>
            <a:off x="29718002" y="24439260"/>
            <a:ext cx="13258799" cy="7564740"/>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Rounded Rectangle 249">
            <a:extLst>
              <a:ext uri="{FF2B5EF4-FFF2-40B4-BE49-F238E27FC236}">
                <a16:creationId xmlns:a16="http://schemas.microsoft.com/office/drawing/2014/main" id="{8470167D-1E47-DDD7-F880-03E1252A0443}"/>
              </a:ext>
            </a:extLst>
          </p:cNvPr>
          <p:cNvSpPr>
            <a:spLocks/>
          </p:cNvSpPr>
          <p:nvPr/>
        </p:nvSpPr>
        <p:spPr>
          <a:xfrm>
            <a:off x="914395" y="16990664"/>
            <a:ext cx="13258800"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9" name="Graphic 178">
            <a:extLst>
              <a:ext uri="{FF2B5EF4-FFF2-40B4-BE49-F238E27FC236}">
                <a16:creationId xmlns:a16="http://schemas.microsoft.com/office/drawing/2014/main" id="{299D5E43-7772-B493-40AA-2201632177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965161" y="1397521"/>
            <a:ext cx="6011637" cy="1578055"/>
          </a:xfrm>
          <a:prstGeom prst="rect">
            <a:avLst/>
          </a:prstGeom>
        </p:spPr>
      </p:pic>
      <p:sp>
        <p:nvSpPr>
          <p:cNvPr id="249" name="Rounded Rectangle 248">
            <a:extLst>
              <a:ext uri="{FF2B5EF4-FFF2-40B4-BE49-F238E27FC236}">
                <a16:creationId xmlns:a16="http://schemas.microsoft.com/office/drawing/2014/main" id="{42E38A18-E3CD-0D8D-ECC0-A8B2FC788E46}"/>
              </a:ext>
            </a:extLst>
          </p:cNvPr>
          <p:cNvSpPr>
            <a:spLocks/>
          </p:cNvSpPr>
          <p:nvPr/>
        </p:nvSpPr>
        <p:spPr>
          <a:xfrm>
            <a:off x="914395" y="4104210"/>
            <a:ext cx="13258799"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TextBox 181">
            <a:extLst>
              <a:ext uri="{FF2B5EF4-FFF2-40B4-BE49-F238E27FC236}">
                <a16:creationId xmlns:a16="http://schemas.microsoft.com/office/drawing/2014/main" id="{29458E23-41AD-732B-BA4F-912385E62971}"/>
              </a:ext>
            </a:extLst>
          </p:cNvPr>
          <p:cNvSpPr txBox="1"/>
          <p:nvPr/>
        </p:nvSpPr>
        <p:spPr>
          <a:xfrm>
            <a:off x="857247" y="4103092"/>
            <a:ext cx="13258798" cy="923330"/>
          </a:xfrm>
          <a:prstGeom prst="rect">
            <a:avLst/>
          </a:prstGeom>
          <a:noFill/>
        </p:spPr>
        <p:txBody>
          <a:bodyPr wrap="square" rtlCol="0">
            <a:spAutoFit/>
          </a:bodyPr>
          <a:lstStyle/>
          <a:p>
            <a:pPr algn="ctr"/>
            <a:r>
              <a:rPr lang="en-US" sz="5400" dirty="0"/>
              <a:t>Introduction &amp; Background</a:t>
            </a:r>
          </a:p>
        </p:txBody>
      </p:sp>
      <p:sp>
        <p:nvSpPr>
          <p:cNvPr id="183" name="TextBox 182">
            <a:extLst>
              <a:ext uri="{FF2B5EF4-FFF2-40B4-BE49-F238E27FC236}">
                <a16:creationId xmlns:a16="http://schemas.microsoft.com/office/drawing/2014/main" id="{E08056B0-479D-FE2D-05E0-DD36BD14D64F}"/>
              </a:ext>
            </a:extLst>
          </p:cNvPr>
          <p:cNvSpPr txBox="1"/>
          <p:nvPr/>
        </p:nvSpPr>
        <p:spPr>
          <a:xfrm>
            <a:off x="936625" y="16990664"/>
            <a:ext cx="13258798" cy="923330"/>
          </a:xfrm>
          <a:prstGeom prst="rect">
            <a:avLst/>
          </a:prstGeom>
          <a:noFill/>
        </p:spPr>
        <p:txBody>
          <a:bodyPr wrap="square" rtlCol="0">
            <a:spAutoFit/>
          </a:bodyPr>
          <a:lstStyle/>
          <a:p>
            <a:pPr algn="ctr"/>
            <a:r>
              <a:rPr lang="en-US" sz="5400" dirty="0"/>
              <a:t>Methods</a:t>
            </a:r>
          </a:p>
        </p:txBody>
      </p:sp>
      <p:sp>
        <p:nvSpPr>
          <p:cNvPr id="246" name="Rounded Rectangle 245">
            <a:extLst>
              <a:ext uri="{FF2B5EF4-FFF2-40B4-BE49-F238E27FC236}">
                <a16:creationId xmlns:a16="http://schemas.microsoft.com/office/drawing/2014/main" id="{6329909A-6017-43FC-6385-934BDDB1D807}"/>
              </a:ext>
            </a:extLst>
          </p:cNvPr>
          <p:cNvSpPr>
            <a:spLocks/>
          </p:cNvSpPr>
          <p:nvPr/>
        </p:nvSpPr>
        <p:spPr>
          <a:xfrm>
            <a:off x="29717992" y="24316193"/>
            <a:ext cx="13258799" cy="944436"/>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3" name="Rounded Rectangle 252">
            <a:extLst>
              <a:ext uri="{FF2B5EF4-FFF2-40B4-BE49-F238E27FC236}">
                <a16:creationId xmlns:a16="http://schemas.microsoft.com/office/drawing/2014/main" id="{B745CB36-1079-BAEC-47B3-0F957C00870B}"/>
              </a:ext>
            </a:extLst>
          </p:cNvPr>
          <p:cNvSpPr>
            <a:spLocks/>
          </p:cNvSpPr>
          <p:nvPr/>
        </p:nvSpPr>
        <p:spPr>
          <a:xfrm>
            <a:off x="14845547" y="16985083"/>
            <a:ext cx="142000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8" name="Rounded Rectangle 247">
            <a:extLst>
              <a:ext uri="{FF2B5EF4-FFF2-40B4-BE49-F238E27FC236}">
                <a16:creationId xmlns:a16="http://schemas.microsoft.com/office/drawing/2014/main" id="{34DBFCBE-9A05-F731-6940-59C62680FE91}"/>
              </a:ext>
            </a:extLst>
          </p:cNvPr>
          <p:cNvSpPr>
            <a:spLocks/>
          </p:cNvSpPr>
          <p:nvPr/>
        </p:nvSpPr>
        <p:spPr>
          <a:xfrm>
            <a:off x="14845550" y="4103092"/>
            <a:ext cx="14200094"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TextBox 186">
            <a:extLst>
              <a:ext uri="{FF2B5EF4-FFF2-40B4-BE49-F238E27FC236}">
                <a16:creationId xmlns:a16="http://schemas.microsoft.com/office/drawing/2014/main" id="{60CB46BF-12F2-D1DF-8633-28F59A92650F}"/>
              </a:ext>
            </a:extLst>
          </p:cNvPr>
          <p:cNvSpPr txBox="1"/>
          <p:nvPr/>
        </p:nvSpPr>
        <p:spPr>
          <a:xfrm>
            <a:off x="29717993" y="24331631"/>
            <a:ext cx="13258798" cy="923330"/>
          </a:xfrm>
          <a:prstGeom prst="rect">
            <a:avLst/>
          </a:prstGeom>
          <a:noFill/>
        </p:spPr>
        <p:txBody>
          <a:bodyPr wrap="square" rtlCol="0">
            <a:spAutoFit/>
          </a:bodyPr>
          <a:lstStyle/>
          <a:p>
            <a:pPr algn="ctr"/>
            <a:r>
              <a:rPr lang="en-US" sz="5400" dirty="0"/>
              <a:t>Acknowledgements &amp; References</a:t>
            </a:r>
          </a:p>
        </p:txBody>
      </p:sp>
      <p:sp>
        <p:nvSpPr>
          <p:cNvPr id="189" name="TextBox 188">
            <a:extLst>
              <a:ext uri="{FF2B5EF4-FFF2-40B4-BE49-F238E27FC236}">
                <a16:creationId xmlns:a16="http://schemas.microsoft.com/office/drawing/2014/main" id="{E2054EBE-727F-3162-F9B6-68A5AED963B7}"/>
              </a:ext>
            </a:extLst>
          </p:cNvPr>
          <p:cNvSpPr txBox="1"/>
          <p:nvPr/>
        </p:nvSpPr>
        <p:spPr>
          <a:xfrm>
            <a:off x="15316201" y="4106624"/>
            <a:ext cx="13258798" cy="923330"/>
          </a:xfrm>
          <a:prstGeom prst="rect">
            <a:avLst/>
          </a:prstGeom>
          <a:noFill/>
        </p:spPr>
        <p:txBody>
          <a:bodyPr wrap="square" rtlCol="0">
            <a:spAutoFit/>
          </a:bodyPr>
          <a:lstStyle/>
          <a:p>
            <a:pPr algn="ctr"/>
            <a:r>
              <a:rPr lang="en-US" sz="5400" dirty="0"/>
              <a:t>Wizard &amp; Simmune Interaction Diagram</a:t>
            </a:r>
          </a:p>
        </p:txBody>
      </p:sp>
      <p:sp>
        <p:nvSpPr>
          <p:cNvPr id="190" name="TextBox 189">
            <a:extLst>
              <a:ext uri="{FF2B5EF4-FFF2-40B4-BE49-F238E27FC236}">
                <a16:creationId xmlns:a16="http://schemas.microsoft.com/office/drawing/2014/main" id="{CDC89141-F6D5-0F8E-F4FD-577F65F2EBCD}"/>
              </a:ext>
            </a:extLst>
          </p:cNvPr>
          <p:cNvSpPr txBox="1"/>
          <p:nvPr/>
        </p:nvSpPr>
        <p:spPr>
          <a:xfrm>
            <a:off x="15193941" y="17000287"/>
            <a:ext cx="13258798" cy="923330"/>
          </a:xfrm>
          <a:prstGeom prst="rect">
            <a:avLst/>
          </a:prstGeom>
          <a:noFill/>
        </p:spPr>
        <p:txBody>
          <a:bodyPr wrap="square" rtlCol="0">
            <a:spAutoFit/>
          </a:bodyPr>
          <a:lstStyle/>
          <a:p>
            <a:pPr algn="ctr"/>
            <a:r>
              <a:rPr lang="en-US" sz="5400" dirty="0"/>
              <a:t>Workflow (SBML generation)</a:t>
            </a:r>
          </a:p>
        </p:txBody>
      </p:sp>
      <p:sp>
        <p:nvSpPr>
          <p:cNvPr id="231" name="Bent-Up Arrow 230">
            <a:extLst>
              <a:ext uri="{FF2B5EF4-FFF2-40B4-BE49-F238E27FC236}">
                <a16:creationId xmlns:a16="http://schemas.microsoft.com/office/drawing/2014/main" id="{7D6AE581-8680-49C3-BDE4-BC1DEABABDDC}"/>
              </a:ext>
            </a:extLst>
          </p:cNvPr>
          <p:cNvSpPr/>
          <p:nvPr/>
        </p:nvSpPr>
        <p:spPr>
          <a:xfrm rot="5400000">
            <a:off x="15202464" y="27611053"/>
            <a:ext cx="3373991" cy="17422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TextBox 231">
            <a:extLst>
              <a:ext uri="{FF2B5EF4-FFF2-40B4-BE49-F238E27FC236}">
                <a16:creationId xmlns:a16="http://schemas.microsoft.com/office/drawing/2014/main" id="{95E00801-7227-F640-B0AD-7400D4B95A7C}"/>
              </a:ext>
            </a:extLst>
          </p:cNvPr>
          <p:cNvSpPr txBox="1"/>
          <p:nvPr/>
        </p:nvSpPr>
        <p:spPr>
          <a:xfrm>
            <a:off x="1314450" y="5156972"/>
            <a:ext cx="12553948" cy="10988643"/>
          </a:xfrm>
          <a:prstGeom prst="rect">
            <a:avLst/>
          </a:prstGeom>
          <a:noFill/>
        </p:spPr>
        <p:txBody>
          <a:bodyPr wrap="square" rtlCol="0">
            <a:noAutofit/>
          </a:bodyPr>
          <a:lstStyle/>
          <a:p>
            <a:pPr marL="457200" indent="-457200">
              <a:buFont typeface="Arial" panose="020B0604020202020204" pitchFamily="34" charset="0"/>
              <a:buChar char="•"/>
            </a:pPr>
            <a:r>
              <a:rPr lang="en-US" sz="3400" dirty="0"/>
              <a:t>Rule-based modelling tools, such as Simmune</a:t>
            </a:r>
            <a:r>
              <a:rPr lang="en-US" sz="3400" i="1" dirty="0"/>
              <a:t>,</a:t>
            </a:r>
            <a:r>
              <a:rPr lang="en-US" sz="3400" dirty="0"/>
              <a:t> allow users to model reaction pathways, design cells, and simulate their behavior, all from their own computer</a:t>
            </a:r>
            <a:r>
              <a:rPr lang="en-US" sz="3400" baseline="30000" dirty="0"/>
              <a:t>2</a:t>
            </a:r>
            <a:endParaRPr lang="en-US" sz="3400" dirty="0"/>
          </a:p>
          <a:p>
            <a:pPr marL="457200" indent="-457200">
              <a:buFont typeface="Arial" panose="020B0604020202020204" pitchFamily="34" charset="0"/>
              <a:buChar char="•"/>
            </a:pPr>
            <a:r>
              <a:rPr lang="en-US" sz="3400" dirty="0"/>
              <a:t>However, in relation to Simmune specifically, which utilizes the Systems Biology Markup Language Multistate, Multicomponent, and Multicompartment Species package (SBML Multi) for importing and exporting, a lack of knowledge of this standard or XML in general may limit the user’s capability to fully use the software. We propose </a:t>
            </a:r>
            <a:r>
              <a:rPr lang="en-US" sz="3400" i="1" dirty="0"/>
              <a:t>SBML Multi Generation Wizard </a:t>
            </a:r>
            <a:r>
              <a:rPr lang="en-US" sz="3400" dirty="0"/>
              <a:t>to bridge this gap. The wizard allows users to:</a:t>
            </a:r>
          </a:p>
          <a:p>
            <a:pPr marL="971550" lvl="1" indent="-514350">
              <a:buFont typeface="+mj-lt"/>
              <a:buAutoNum type="arabicPeriod"/>
            </a:pPr>
            <a:r>
              <a:rPr lang="en-US" sz="3400" dirty="0"/>
              <a:t>Upload photos of cell signaling pathways to generate SBML Multi files using a large language model (LLM) workflow</a:t>
            </a:r>
          </a:p>
          <a:p>
            <a:pPr marL="971550" lvl="1" indent="-514350">
              <a:buFont typeface="+mj-lt"/>
              <a:buAutoNum type="arabicPeriod"/>
            </a:pPr>
            <a:r>
              <a:rPr lang="en-US" sz="3400" dirty="0"/>
              <a:t>Validate and explain errors and insights within the file</a:t>
            </a:r>
          </a:p>
          <a:p>
            <a:pPr marL="971550" lvl="1" indent="-514350">
              <a:buFont typeface="+mj-lt"/>
              <a:buAutoNum type="arabicPeriod"/>
            </a:pPr>
            <a:r>
              <a:rPr lang="en-US" sz="3400" dirty="0"/>
              <a:t>Ask SBML Multi questions in the wizard’s Q&amp;A mode</a:t>
            </a:r>
          </a:p>
          <a:p>
            <a:pPr algn="just"/>
            <a:endParaRPr lang="en-US" sz="3400" dirty="0"/>
          </a:p>
          <a:p>
            <a:r>
              <a:rPr lang="en-US" sz="3400" dirty="0"/>
              <a:t> </a:t>
            </a:r>
          </a:p>
          <a:p>
            <a:pPr algn="just"/>
            <a:endParaRPr lang="en-US" sz="3400" dirty="0"/>
          </a:p>
        </p:txBody>
      </p:sp>
      <p:sp>
        <p:nvSpPr>
          <p:cNvPr id="233" name="TextBox 232">
            <a:extLst>
              <a:ext uri="{FF2B5EF4-FFF2-40B4-BE49-F238E27FC236}">
                <a16:creationId xmlns:a16="http://schemas.microsoft.com/office/drawing/2014/main" id="{7548E8E7-52B3-77D0-BFE7-E2E56CA3B4A8}"/>
              </a:ext>
            </a:extLst>
          </p:cNvPr>
          <p:cNvSpPr txBox="1"/>
          <p:nvPr/>
        </p:nvSpPr>
        <p:spPr>
          <a:xfrm>
            <a:off x="30141351" y="25443627"/>
            <a:ext cx="12522373" cy="5262979"/>
          </a:xfrm>
          <a:prstGeom prst="rect">
            <a:avLst/>
          </a:prstGeom>
          <a:noFill/>
        </p:spPr>
        <p:txBody>
          <a:bodyPr wrap="square" rtlCol="0">
            <a:spAutoFit/>
          </a:bodyPr>
          <a:lstStyle/>
          <a:p>
            <a:r>
              <a:rPr lang="en-US" sz="2800" dirty="0"/>
              <a:t>I want to give special thanks to Fengkai Zhang, Martin Meier-Schellersheim, and Thorsten Prüstel for their incredible and friendly mentorship and guidance throughout my time here. I would like to thank the Laboratory of Immune System Biology, Division of Intramural Research, NIAID, and NIH for allowing me the opportunity to engage with this research and for supporting me throughout the process. </a:t>
            </a:r>
          </a:p>
          <a:p>
            <a:endParaRPr lang="en-US" sz="2800" dirty="0"/>
          </a:p>
          <a:p>
            <a:r>
              <a:rPr lang="en-US" sz="2800" dirty="0"/>
              <a:t>A special thank you as well to Miranda Knox, Kim Bradley, Adele Bartha, Angela Harris, Brandi Clarke, and DPSAC in their assistance regarding onboarding tasks and paperwork, and to the IT teams for their help in technology installation and setup. Thank you to OITE and NIAID ORTD in organizing orientation and other</a:t>
            </a:r>
          </a:p>
          <a:p>
            <a:endParaRPr lang="en-US" sz="2800" dirty="0"/>
          </a:p>
        </p:txBody>
      </p:sp>
      <p:sp>
        <p:nvSpPr>
          <p:cNvPr id="237" name="TextBox 236">
            <a:extLst>
              <a:ext uri="{FF2B5EF4-FFF2-40B4-BE49-F238E27FC236}">
                <a16:creationId xmlns:a16="http://schemas.microsoft.com/office/drawing/2014/main" id="{B3B7AB90-DA17-4AFA-8AFF-1238DB6775E6}"/>
              </a:ext>
            </a:extLst>
          </p:cNvPr>
          <p:cNvSpPr txBox="1"/>
          <p:nvPr/>
        </p:nvSpPr>
        <p:spPr>
          <a:xfrm>
            <a:off x="14926507" y="18061522"/>
            <a:ext cx="4138418" cy="954107"/>
          </a:xfrm>
          <a:prstGeom prst="rect">
            <a:avLst/>
          </a:prstGeom>
          <a:noFill/>
        </p:spPr>
        <p:txBody>
          <a:bodyPr wrap="square" rtlCol="0">
            <a:spAutoFit/>
          </a:bodyPr>
          <a:lstStyle/>
          <a:p>
            <a:pPr algn="ctr"/>
            <a:r>
              <a:rPr lang="en-US" sz="2800" dirty="0"/>
              <a:t>1. User selects image</a:t>
            </a:r>
          </a:p>
          <a:p>
            <a:pPr algn="ctr"/>
            <a:r>
              <a:rPr lang="en-US" sz="2800" dirty="0"/>
              <a:t>(optional manuscript)</a:t>
            </a:r>
          </a:p>
        </p:txBody>
      </p:sp>
      <p:sp>
        <p:nvSpPr>
          <p:cNvPr id="239" name="TextBox 238">
            <a:extLst>
              <a:ext uri="{FF2B5EF4-FFF2-40B4-BE49-F238E27FC236}">
                <a16:creationId xmlns:a16="http://schemas.microsoft.com/office/drawing/2014/main" id="{D11D0A66-5F5F-B85C-856C-BCE33ACA8E76}"/>
              </a:ext>
            </a:extLst>
          </p:cNvPr>
          <p:cNvSpPr txBox="1"/>
          <p:nvPr/>
        </p:nvSpPr>
        <p:spPr>
          <a:xfrm>
            <a:off x="17890295" y="27185194"/>
            <a:ext cx="7936342" cy="523220"/>
          </a:xfrm>
          <a:prstGeom prst="rect">
            <a:avLst/>
          </a:prstGeom>
          <a:noFill/>
        </p:spPr>
        <p:txBody>
          <a:bodyPr wrap="square" rtlCol="0">
            <a:spAutoFit/>
          </a:bodyPr>
          <a:lstStyle/>
          <a:p>
            <a:pPr algn="ctr"/>
            <a:r>
              <a:rPr lang="en-US" sz="2800" dirty="0"/>
              <a:t>2. SBML Multi file generated</a:t>
            </a:r>
          </a:p>
        </p:txBody>
      </p:sp>
      <p:sp>
        <p:nvSpPr>
          <p:cNvPr id="240" name="TextBox 239">
            <a:extLst>
              <a:ext uri="{FF2B5EF4-FFF2-40B4-BE49-F238E27FC236}">
                <a16:creationId xmlns:a16="http://schemas.microsoft.com/office/drawing/2014/main" id="{5CF6655B-A960-B234-0305-6EBBC7D03D13}"/>
              </a:ext>
            </a:extLst>
          </p:cNvPr>
          <p:cNvSpPr txBox="1"/>
          <p:nvPr/>
        </p:nvSpPr>
        <p:spPr>
          <a:xfrm>
            <a:off x="23223790" y="18582675"/>
            <a:ext cx="5461925" cy="954107"/>
          </a:xfrm>
          <a:prstGeom prst="rect">
            <a:avLst/>
          </a:prstGeom>
          <a:noFill/>
        </p:spPr>
        <p:txBody>
          <a:bodyPr wrap="square" rtlCol="0">
            <a:spAutoFit/>
          </a:bodyPr>
          <a:lstStyle/>
          <a:p>
            <a:pPr algn="ctr"/>
            <a:r>
              <a:rPr lang="en-US" sz="2800" dirty="0"/>
              <a:t>3. Multi file is imported into Simmune for user to interact with</a:t>
            </a:r>
          </a:p>
        </p:txBody>
      </p:sp>
      <p:sp>
        <p:nvSpPr>
          <p:cNvPr id="242" name="TextBox 241">
            <a:extLst>
              <a:ext uri="{FF2B5EF4-FFF2-40B4-BE49-F238E27FC236}">
                <a16:creationId xmlns:a16="http://schemas.microsoft.com/office/drawing/2014/main" id="{FD9E29E8-447E-AB74-0628-9E1840F00AFE}"/>
              </a:ext>
            </a:extLst>
          </p:cNvPr>
          <p:cNvSpPr txBox="1">
            <a:spLocks noGrp="1" noRot="1" noMove="1" noResize="1" noEditPoints="1" noAdjustHandles="1" noChangeArrowheads="1" noChangeShapeType="1"/>
          </p:cNvSpPr>
          <p:nvPr/>
        </p:nvSpPr>
        <p:spPr>
          <a:xfrm>
            <a:off x="1322796" y="18040993"/>
            <a:ext cx="12553948" cy="13734315"/>
          </a:xfrm>
          <a:prstGeom prst="rect">
            <a:avLst/>
          </a:prstGeom>
          <a:noFill/>
        </p:spPr>
        <p:txBody>
          <a:bodyPr wrap="square" rtlCol="0">
            <a:noAutofit/>
          </a:bodyPr>
          <a:lstStyle/>
          <a:p>
            <a:pPr marL="457200" indent="-457200">
              <a:buFont typeface="Arial" panose="020B0604020202020204" pitchFamily="34" charset="0"/>
              <a:buChar char="•"/>
            </a:pPr>
            <a:r>
              <a:rPr lang="en-US" sz="3400" dirty="0"/>
              <a:t>A combination of programming languages, libraries, and large-language models were used to make the wizard.</a:t>
            </a:r>
          </a:p>
          <a:p>
            <a:pPr marL="914400" lvl="1" indent="-457200">
              <a:buFont typeface="Courier New" panose="02070309020205020404" pitchFamily="49" charset="0"/>
              <a:buChar char="o"/>
            </a:pPr>
            <a:r>
              <a:rPr lang="en-US" sz="3400" dirty="0"/>
              <a:t>Programming languages</a:t>
            </a:r>
          </a:p>
          <a:p>
            <a:pPr marL="1371600" lvl="2" indent="-457200">
              <a:buFont typeface="Wingdings" pitchFamily="2" charset="2"/>
              <a:buChar char="§"/>
            </a:pPr>
            <a:r>
              <a:rPr lang="en-US" sz="3400" dirty="0"/>
              <a:t>Python</a:t>
            </a:r>
          </a:p>
          <a:p>
            <a:pPr marL="914400" lvl="1" indent="-457200">
              <a:buFont typeface="Courier New" panose="02070309020205020404" pitchFamily="49" charset="0"/>
              <a:buChar char="o"/>
            </a:pPr>
            <a:r>
              <a:rPr lang="en-US" sz="3400" dirty="0"/>
              <a:t>3</a:t>
            </a:r>
            <a:r>
              <a:rPr lang="en-US" sz="3400" baseline="30000" dirty="0"/>
              <a:t>rd</a:t>
            </a:r>
            <a:r>
              <a:rPr lang="en-US" sz="3400" dirty="0"/>
              <a:t> party libraries</a:t>
            </a:r>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914400" lvl="1" indent="-457200">
              <a:buFont typeface="Courier New" panose="02070309020205020404" pitchFamily="49" charset="0"/>
              <a:buChar char="o"/>
            </a:pPr>
            <a:r>
              <a:rPr lang="en-US" sz="3400" dirty="0"/>
              <a:t>Large-language models</a:t>
            </a:r>
          </a:p>
          <a:p>
            <a:pPr lvl="1"/>
            <a:r>
              <a:rPr lang="en-US" sz="2800" dirty="0"/>
              <a:t>                       gemma3               qwen3-embedding                 GPT 5.5</a:t>
            </a:r>
          </a:p>
          <a:p>
            <a:pPr lvl="2"/>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lvl="2"/>
            <a:endParaRPr lang="en-US" sz="3400" dirty="0"/>
          </a:p>
        </p:txBody>
      </p:sp>
      <p:sp>
        <p:nvSpPr>
          <p:cNvPr id="247" name="Rounded Rectangle 246">
            <a:extLst>
              <a:ext uri="{FF2B5EF4-FFF2-40B4-BE49-F238E27FC236}">
                <a16:creationId xmlns:a16="http://schemas.microsoft.com/office/drawing/2014/main" id="{08DF9610-CB57-F205-24E3-3C36C464899F}"/>
              </a:ext>
            </a:extLst>
          </p:cNvPr>
          <p:cNvSpPr>
            <a:spLocks/>
          </p:cNvSpPr>
          <p:nvPr/>
        </p:nvSpPr>
        <p:spPr>
          <a:xfrm>
            <a:off x="29717995" y="4118958"/>
            <a:ext cx="13315957" cy="94238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ounded Rectangle 233">
            <a:extLst>
              <a:ext uri="{FF2B5EF4-FFF2-40B4-BE49-F238E27FC236}">
                <a16:creationId xmlns:a16="http://schemas.microsoft.com/office/drawing/2014/main" id="{9906901E-1C25-CEED-222A-04D725FEBD9B}"/>
              </a:ext>
            </a:extLst>
          </p:cNvPr>
          <p:cNvSpPr>
            <a:spLocks/>
          </p:cNvSpPr>
          <p:nvPr/>
        </p:nvSpPr>
        <p:spPr>
          <a:xfrm>
            <a:off x="29691687" y="15574348"/>
            <a:ext cx="13305067" cy="8200052"/>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Rounded Rectangle 244">
            <a:extLst>
              <a:ext uri="{FF2B5EF4-FFF2-40B4-BE49-F238E27FC236}">
                <a16:creationId xmlns:a16="http://schemas.microsoft.com/office/drawing/2014/main" id="{8BEE1906-E9AB-C6C1-B8E7-D159B585788C}"/>
              </a:ext>
            </a:extLst>
          </p:cNvPr>
          <p:cNvSpPr>
            <a:spLocks/>
          </p:cNvSpPr>
          <p:nvPr/>
        </p:nvSpPr>
        <p:spPr>
          <a:xfrm>
            <a:off x="29692457" y="15555675"/>
            <a:ext cx="133042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a:extLst>
              <a:ext uri="{FF2B5EF4-FFF2-40B4-BE49-F238E27FC236}">
                <a16:creationId xmlns:a16="http://schemas.microsoft.com/office/drawing/2014/main" id="{140FE84F-F0D5-D433-45E0-749E8B04CA52}"/>
              </a:ext>
            </a:extLst>
          </p:cNvPr>
          <p:cNvSpPr txBox="1"/>
          <p:nvPr/>
        </p:nvSpPr>
        <p:spPr>
          <a:xfrm>
            <a:off x="29717993" y="15552541"/>
            <a:ext cx="13305066" cy="923330"/>
          </a:xfrm>
          <a:prstGeom prst="rect">
            <a:avLst/>
          </a:prstGeom>
          <a:noFill/>
        </p:spPr>
        <p:txBody>
          <a:bodyPr wrap="square" rtlCol="0">
            <a:spAutoFit/>
          </a:bodyPr>
          <a:lstStyle/>
          <a:p>
            <a:pPr algn="ctr"/>
            <a:r>
              <a:rPr lang="en-US" sz="5400" dirty="0"/>
              <a:t>Conclusion &amp; Future Work</a:t>
            </a:r>
          </a:p>
        </p:txBody>
      </p:sp>
      <p:sp>
        <p:nvSpPr>
          <p:cNvPr id="185" name="TextBox 184">
            <a:extLst>
              <a:ext uri="{FF2B5EF4-FFF2-40B4-BE49-F238E27FC236}">
                <a16:creationId xmlns:a16="http://schemas.microsoft.com/office/drawing/2014/main" id="{A8168DB8-97E5-AE08-A304-C5BE77BEC765}"/>
              </a:ext>
            </a:extLst>
          </p:cNvPr>
          <p:cNvSpPr txBox="1"/>
          <p:nvPr/>
        </p:nvSpPr>
        <p:spPr>
          <a:xfrm>
            <a:off x="29691687" y="4119232"/>
            <a:ext cx="13319405" cy="923330"/>
          </a:xfrm>
          <a:prstGeom prst="rect">
            <a:avLst/>
          </a:prstGeom>
          <a:noFill/>
        </p:spPr>
        <p:txBody>
          <a:bodyPr wrap="square" rtlCol="0">
            <a:spAutoFit/>
          </a:bodyPr>
          <a:lstStyle/>
          <a:p>
            <a:pPr algn="ctr"/>
            <a:r>
              <a:rPr lang="en-US" sz="5400" dirty="0"/>
              <a:t>Methods (cont.)</a:t>
            </a:r>
          </a:p>
        </p:txBody>
      </p:sp>
      <p:pic>
        <p:nvPicPr>
          <p:cNvPr id="3" name="Graphic 2">
            <a:extLst>
              <a:ext uri="{FF2B5EF4-FFF2-40B4-BE49-F238E27FC236}">
                <a16:creationId xmlns:a16="http://schemas.microsoft.com/office/drawing/2014/main" id="{31A01942-A441-639A-A918-165DEAEF93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4611" y="17295068"/>
            <a:ext cx="6143539" cy="4344860"/>
          </a:xfrm>
          <a:prstGeom prst="rect">
            <a:avLst/>
          </a:prstGeom>
        </p:spPr>
      </p:pic>
      <p:pic>
        <p:nvPicPr>
          <p:cNvPr id="8" name="Graphic 7">
            <a:extLst>
              <a:ext uri="{FF2B5EF4-FFF2-40B4-BE49-F238E27FC236}">
                <a16:creationId xmlns:a16="http://schemas.microsoft.com/office/drawing/2014/main" id="{D8148947-CD99-ABCB-C0B0-09AD388D18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02007" y="21043941"/>
            <a:ext cx="1360493" cy="1798487"/>
          </a:xfrm>
          <a:prstGeom prst="rect">
            <a:avLst/>
          </a:prstGeom>
        </p:spPr>
      </p:pic>
      <p:pic>
        <p:nvPicPr>
          <p:cNvPr id="12" name="Graphic 11">
            <a:extLst>
              <a:ext uri="{FF2B5EF4-FFF2-40B4-BE49-F238E27FC236}">
                <a16:creationId xmlns:a16="http://schemas.microsoft.com/office/drawing/2014/main" id="{BD281581-49D9-59D6-A930-AFB67F6CAF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14181" y="20754252"/>
            <a:ext cx="2371177" cy="2371177"/>
          </a:xfrm>
          <a:prstGeom prst="rect">
            <a:avLst/>
          </a:prstGeom>
        </p:spPr>
      </p:pic>
      <p:pic>
        <p:nvPicPr>
          <p:cNvPr id="14" name="Graphic 13">
            <a:extLst>
              <a:ext uri="{FF2B5EF4-FFF2-40B4-BE49-F238E27FC236}">
                <a16:creationId xmlns:a16="http://schemas.microsoft.com/office/drawing/2014/main" id="{FCF2D6A3-D34F-12A6-DC84-751340DE44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55489" y="20922050"/>
            <a:ext cx="2123527" cy="2123527"/>
          </a:xfrm>
          <a:prstGeom prst="rect">
            <a:avLst/>
          </a:prstGeom>
        </p:spPr>
      </p:pic>
      <p:pic>
        <p:nvPicPr>
          <p:cNvPr id="16" name="Picture 15">
            <a:extLst>
              <a:ext uri="{FF2B5EF4-FFF2-40B4-BE49-F238E27FC236}">
                <a16:creationId xmlns:a16="http://schemas.microsoft.com/office/drawing/2014/main" id="{0BBFB5B9-B5D3-7F3A-8905-5283750C5570}"/>
              </a:ext>
            </a:extLst>
          </p:cNvPr>
          <p:cNvPicPr>
            <a:picLocks noChangeAspect="1"/>
          </p:cNvPicPr>
          <p:nvPr/>
        </p:nvPicPr>
        <p:blipFill>
          <a:blip r:embed="rId9"/>
          <a:stretch>
            <a:fillRect/>
          </a:stretch>
        </p:blipFill>
        <p:spPr>
          <a:xfrm>
            <a:off x="2551071" y="23707413"/>
            <a:ext cx="3560200" cy="1863071"/>
          </a:xfrm>
          <a:prstGeom prst="rect">
            <a:avLst/>
          </a:prstGeom>
        </p:spPr>
      </p:pic>
      <p:pic>
        <p:nvPicPr>
          <p:cNvPr id="18" name="Picture 17">
            <a:extLst>
              <a:ext uri="{FF2B5EF4-FFF2-40B4-BE49-F238E27FC236}">
                <a16:creationId xmlns:a16="http://schemas.microsoft.com/office/drawing/2014/main" id="{AD28B61D-63A2-B183-ED31-D8216421CABD}"/>
              </a:ext>
            </a:extLst>
          </p:cNvPr>
          <p:cNvPicPr>
            <a:picLocks noChangeAspect="1"/>
          </p:cNvPicPr>
          <p:nvPr/>
        </p:nvPicPr>
        <p:blipFill>
          <a:blip r:embed="rId10"/>
          <a:stretch>
            <a:fillRect/>
          </a:stretch>
        </p:blipFill>
        <p:spPr>
          <a:xfrm>
            <a:off x="6662522" y="23813212"/>
            <a:ext cx="1775113" cy="1775113"/>
          </a:xfrm>
          <a:prstGeom prst="rect">
            <a:avLst/>
          </a:prstGeom>
        </p:spPr>
      </p:pic>
      <p:pic>
        <p:nvPicPr>
          <p:cNvPr id="20" name="Graphic 19">
            <a:extLst>
              <a:ext uri="{FF2B5EF4-FFF2-40B4-BE49-F238E27FC236}">
                <a16:creationId xmlns:a16="http://schemas.microsoft.com/office/drawing/2014/main" id="{AA52B723-0736-3BEE-20C8-D5E46FE820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73673" y="23789970"/>
            <a:ext cx="1687157" cy="1687157"/>
          </a:xfrm>
          <a:prstGeom prst="rect">
            <a:avLst/>
          </a:prstGeom>
        </p:spPr>
      </p:pic>
      <p:pic>
        <p:nvPicPr>
          <p:cNvPr id="22" name="Graphic 21">
            <a:extLst>
              <a:ext uri="{FF2B5EF4-FFF2-40B4-BE49-F238E27FC236}">
                <a16:creationId xmlns:a16="http://schemas.microsoft.com/office/drawing/2014/main" id="{7F04F09F-8668-9341-A738-F86EB9DF273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1271" y="27543483"/>
            <a:ext cx="2625697" cy="2625697"/>
          </a:xfrm>
          <a:prstGeom prst="rect">
            <a:avLst/>
          </a:prstGeom>
        </p:spPr>
      </p:pic>
      <p:pic>
        <p:nvPicPr>
          <p:cNvPr id="24" name="Graphic 23">
            <a:extLst>
              <a:ext uri="{FF2B5EF4-FFF2-40B4-BE49-F238E27FC236}">
                <a16:creationId xmlns:a16="http://schemas.microsoft.com/office/drawing/2014/main" id="{054BC0D9-324F-0D9D-73AC-3323F68F53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39836" y="27706565"/>
            <a:ext cx="2023778" cy="2023778"/>
          </a:xfrm>
          <a:prstGeom prst="rect">
            <a:avLst/>
          </a:prstGeom>
        </p:spPr>
      </p:pic>
      <p:pic>
        <p:nvPicPr>
          <p:cNvPr id="26" name="Picture 25">
            <a:extLst>
              <a:ext uri="{FF2B5EF4-FFF2-40B4-BE49-F238E27FC236}">
                <a16:creationId xmlns:a16="http://schemas.microsoft.com/office/drawing/2014/main" id="{A0D9EB68-969D-6B76-CBE9-CE1AF1D99C90}"/>
              </a:ext>
            </a:extLst>
          </p:cNvPr>
          <p:cNvPicPr>
            <a:picLocks noChangeAspect="1"/>
          </p:cNvPicPr>
          <p:nvPr/>
        </p:nvPicPr>
        <p:blipFill>
          <a:blip r:embed="rId14"/>
          <a:stretch>
            <a:fillRect/>
          </a:stretch>
        </p:blipFill>
        <p:spPr>
          <a:xfrm>
            <a:off x="2910225" y="27543483"/>
            <a:ext cx="2625697" cy="2364343"/>
          </a:xfrm>
          <a:prstGeom prst="rect">
            <a:avLst/>
          </a:prstGeom>
        </p:spPr>
      </p:pic>
      <p:sp>
        <p:nvSpPr>
          <p:cNvPr id="27" name="Right Brace 26">
            <a:extLst>
              <a:ext uri="{FF2B5EF4-FFF2-40B4-BE49-F238E27FC236}">
                <a16:creationId xmlns:a16="http://schemas.microsoft.com/office/drawing/2014/main" id="{1EC9B488-EA2C-48C6-D53C-AC10B7008A7C}"/>
              </a:ext>
            </a:extLst>
          </p:cNvPr>
          <p:cNvSpPr/>
          <p:nvPr/>
        </p:nvSpPr>
        <p:spPr>
          <a:xfrm rot="5400000">
            <a:off x="5289140" y="27335551"/>
            <a:ext cx="912442" cy="567027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4698F144-A16B-4495-5066-CEB4C4059E40}"/>
              </a:ext>
            </a:extLst>
          </p:cNvPr>
          <p:cNvSpPr txBox="1"/>
          <p:nvPr/>
        </p:nvSpPr>
        <p:spPr>
          <a:xfrm>
            <a:off x="3670977" y="30710634"/>
            <a:ext cx="4138418" cy="523220"/>
          </a:xfrm>
          <a:prstGeom prst="rect">
            <a:avLst/>
          </a:prstGeom>
          <a:noFill/>
        </p:spPr>
        <p:txBody>
          <a:bodyPr wrap="square" rtlCol="0">
            <a:spAutoFit/>
          </a:bodyPr>
          <a:lstStyle/>
          <a:p>
            <a:pPr algn="ctr"/>
            <a:r>
              <a:rPr lang="en-US" sz="2800" dirty="0"/>
              <a:t>For Q&amp;A mode</a:t>
            </a:r>
          </a:p>
        </p:txBody>
      </p:sp>
      <p:sp>
        <p:nvSpPr>
          <p:cNvPr id="29" name="Right Brace 28">
            <a:extLst>
              <a:ext uri="{FF2B5EF4-FFF2-40B4-BE49-F238E27FC236}">
                <a16:creationId xmlns:a16="http://schemas.microsoft.com/office/drawing/2014/main" id="{601A7C4A-F02E-398C-798C-5A49CE624FB0}"/>
              </a:ext>
            </a:extLst>
          </p:cNvPr>
          <p:cNvSpPr/>
          <p:nvPr/>
        </p:nvSpPr>
        <p:spPr>
          <a:xfrm rot="5400000">
            <a:off x="10261032" y="29059049"/>
            <a:ext cx="912442" cy="222327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FC50911A-14A5-C053-2F8B-ED3FCB15C7DA}"/>
              </a:ext>
            </a:extLst>
          </p:cNvPr>
          <p:cNvSpPr txBox="1"/>
          <p:nvPr/>
        </p:nvSpPr>
        <p:spPr>
          <a:xfrm>
            <a:off x="8772251" y="30710634"/>
            <a:ext cx="4138418" cy="523220"/>
          </a:xfrm>
          <a:prstGeom prst="rect">
            <a:avLst/>
          </a:prstGeom>
          <a:noFill/>
        </p:spPr>
        <p:txBody>
          <a:bodyPr wrap="square" rtlCol="0">
            <a:spAutoFit/>
          </a:bodyPr>
          <a:lstStyle/>
          <a:p>
            <a:pPr algn="ctr"/>
            <a:r>
              <a:rPr lang="en-US" sz="2800" dirty="0"/>
              <a:t>For SBML generation</a:t>
            </a:r>
          </a:p>
        </p:txBody>
      </p:sp>
      <p:sp>
        <p:nvSpPr>
          <p:cNvPr id="31" name="TextBox 30">
            <a:extLst>
              <a:ext uri="{FF2B5EF4-FFF2-40B4-BE49-F238E27FC236}">
                <a16:creationId xmlns:a16="http://schemas.microsoft.com/office/drawing/2014/main" id="{097C4FDF-8871-299D-E5DC-2CED24FF9F9D}"/>
              </a:ext>
            </a:extLst>
          </p:cNvPr>
          <p:cNvSpPr txBox="1"/>
          <p:nvPr/>
        </p:nvSpPr>
        <p:spPr>
          <a:xfrm>
            <a:off x="30022802" y="5174982"/>
            <a:ext cx="12553948" cy="9569718"/>
          </a:xfrm>
          <a:prstGeom prst="rect">
            <a:avLst/>
          </a:prstGeom>
          <a:noFill/>
        </p:spPr>
        <p:txBody>
          <a:bodyPr wrap="square" rtlCol="0">
            <a:noAutofit/>
          </a:bodyPr>
          <a:lstStyle/>
          <a:p>
            <a:pPr marL="457200" indent="-457200">
              <a:buFont typeface="Arial" panose="020B0604020202020204" pitchFamily="34" charset="0"/>
              <a:buChar char="•"/>
            </a:pPr>
            <a:r>
              <a:rPr lang="en-US" sz="3400" dirty="0"/>
              <a:t>One drawback of using LLMs is that they are susceptible to hallucinations, where they generate false or inaccurate information</a:t>
            </a:r>
            <a:r>
              <a:rPr lang="en-US" sz="3400" baseline="30000" dirty="0"/>
              <a:t>3</a:t>
            </a:r>
            <a:r>
              <a:rPr lang="en-US" sz="3400" dirty="0"/>
              <a:t>. This tendency is more prominent when dealing with niche topics or information, which SBML can fall under. </a:t>
            </a:r>
          </a:p>
          <a:p>
            <a:pPr marL="457200" indent="-457200">
              <a:buFont typeface="Arial" panose="020B0604020202020204" pitchFamily="34" charset="0"/>
              <a:buChar char="•"/>
            </a:pPr>
            <a:r>
              <a:rPr lang="en-US" sz="3400" dirty="0"/>
              <a:t>To combat this, we implement different optimization techniques.</a:t>
            </a:r>
          </a:p>
          <a:p>
            <a:pPr marL="914400" lvl="1" indent="-457200">
              <a:buFont typeface="Courier New" panose="02070309020205020404" pitchFamily="49" charset="0"/>
              <a:buChar char="o"/>
            </a:pPr>
            <a:r>
              <a:rPr lang="en-US" sz="3400" dirty="0"/>
              <a:t>Prompt engineering</a:t>
            </a:r>
          </a:p>
          <a:p>
            <a:pPr marL="914400" lvl="1" indent="-457200">
              <a:buFont typeface="Courier New" panose="02070309020205020404" pitchFamily="49" charset="0"/>
              <a:buChar char="o"/>
            </a:pPr>
            <a:endParaRPr lang="en-US" sz="3400" dirty="0"/>
          </a:p>
          <a:p>
            <a:pPr lvl="1"/>
            <a:endParaRPr lang="en-US" sz="3400" dirty="0"/>
          </a:p>
          <a:p>
            <a:pPr lvl="1"/>
            <a:endParaRPr lang="en-US" sz="3400" dirty="0"/>
          </a:p>
          <a:p>
            <a:pPr marL="914400" lvl="1" indent="-457200">
              <a:buFont typeface="Courier New" panose="02070309020205020404" pitchFamily="49" charset="0"/>
              <a:buChar char="o"/>
            </a:pPr>
            <a:r>
              <a:rPr lang="en-US" sz="3400" dirty="0"/>
              <a:t>Few shot prompting</a:t>
            </a:r>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r>
              <a:rPr lang="en-US" sz="3400" dirty="0"/>
              <a:t>Retrieval augmented generation (RAG)</a:t>
            </a:r>
          </a:p>
        </p:txBody>
      </p:sp>
      <p:sp>
        <p:nvSpPr>
          <p:cNvPr id="2" name="Oval Callout 1">
            <a:extLst>
              <a:ext uri="{FF2B5EF4-FFF2-40B4-BE49-F238E27FC236}">
                <a16:creationId xmlns:a16="http://schemas.microsoft.com/office/drawing/2014/main" id="{D2A98DA1-0A2C-3F3D-1E9B-C9130D6ED624}"/>
              </a:ext>
            </a:extLst>
          </p:cNvPr>
          <p:cNvSpPr/>
          <p:nvPr/>
        </p:nvSpPr>
        <p:spPr>
          <a:xfrm>
            <a:off x="31845423" y="9031666"/>
            <a:ext cx="3554219"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do I make soup?</a:t>
            </a:r>
          </a:p>
        </p:txBody>
      </p:sp>
      <p:sp>
        <p:nvSpPr>
          <p:cNvPr id="9" name="Oval Callout 8">
            <a:extLst>
              <a:ext uri="{FF2B5EF4-FFF2-40B4-BE49-F238E27FC236}">
                <a16:creationId xmlns:a16="http://schemas.microsoft.com/office/drawing/2014/main" id="{A47974B5-B3DC-FB2B-6500-75E1A6B38188}"/>
              </a:ext>
            </a:extLst>
          </p:cNvPr>
          <p:cNvSpPr/>
          <p:nvPr/>
        </p:nvSpPr>
        <p:spPr>
          <a:xfrm>
            <a:off x="37407512" y="9031667"/>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do I make a low-sodium French onion soup?</a:t>
            </a:r>
          </a:p>
        </p:txBody>
      </p:sp>
      <p:sp>
        <p:nvSpPr>
          <p:cNvPr id="10" name="Oval Callout 9">
            <a:extLst>
              <a:ext uri="{FF2B5EF4-FFF2-40B4-BE49-F238E27FC236}">
                <a16:creationId xmlns:a16="http://schemas.microsoft.com/office/drawing/2014/main" id="{344693AB-9689-56E7-BD5D-521BC6DDAE0D}"/>
              </a:ext>
            </a:extLst>
          </p:cNvPr>
          <p:cNvSpPr/>
          <p:nvPr/>
        </p:nvSpPr>
        <p:spPr>
          <a:xfrm>
            <a:off x="31845421" y="11110351"/>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Please give me a soup recipe I would like!</a:t>
            </a:r>
          </a:p>
        </p:txBody>
      </p:sp>
      <p:sp>
        <p:nvSpPr>
          <p:cNvPr id="11" name="Oval Callout 10">
            <a:extLst>
              <a:ext uri="{FF2B5EF4-FFF2-40B4-BE49-F238E27FC236}">
                <a16:creationId xmlns:a16="http://schemas.microsoft.com/office/drawing/2014/main" id="{ACA995DF-4D6F-1905-AD52-335C19F5ED33}"/>
              </a:ext>
            </a:extLst>
          </p:cNvPr>
          <p:cNvSpPr/>
          <p:nvPr/>
        </p:nvSpPr>
        <p:spPr>
          <a:xfrm>
            <a:off x="37407511" y="11107720"/>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Here are examples of soups I like. Please give me a new soup recipe! </a:t>
            </a:r>
          </a:p>
        </p:txBody>
      </p:sp>
      <p:sp>
        <p:nvSpPr>
          <p:cNvPr id="15" name="TextBox 14">
            <a:extLst>
              <a:ext uri="{FF2B5EF4-FFF2-40B4-BE49-F238E27FC236}">
                <a16:creationId xmlns:a16="http://schemas.microsoft.com/office/drawing/2014/main" id="{C973F3A5-691C-BF1D-3EA8-45062DC3BD32}"/>
              </a:ext>
            </a:extLst>
          </p:cNvPr>
          <p:cNvSpPr txBox="1"/>
          <p:nvPr/>
        </p:nvSpPr>
        <p:spPr>
          <a:xfrm>
            <a:off x="36071988" y="9289771"/>
            <a:ext cx="1341120" cy="615553"/>
          </a:xfrm>
          <a:prstGeom prst="rect">
            <a:avLst/>
          </a:prstGeom>
          <a:noFill/>
        </p:spPr>
        <p:txBody>
          <a:bodyPr wrap="square" rtlCol="0">
            <a:spAutoFit/>
          </a:bodyPr>
          <a:lstStyle/>
          <a:p>
            <a:r>
              <a:rPr lang="en-US" sz="3400" dirty="0"/>
              <a:t>vs.</a:t>
            </a:r>
          </a:p>
        </p:txBody>
      </p:sp>
      <p:sp>
        <p:nvSpPr>
          <p:cNvPr id="17" name="TextBox 16">
            <a:extLst>
              <a:ext uri="{FF2B5EF4-FFF2-40B4-BE49-F238E27FC236}">
                <a16:creationId xmlns:a16="http://schemas.microsoft.com/office/drawing/2014/main" id="{7E84271E-B93E-BABC-4907-A7DD00082A4F}"/>
              </a:ext>
            </a:extLst>
          </p:cNvPr>
          <p:cNvSpPr txBox="1"/>
          <p:nvPr/>
        </p:nvSpPr>
        <p:spPr>
          <a:xfrm>
            <a:off x="36071988" y="11372363"/>
            <a:ext cx="1341120" cy="615553"/>
          </a:xfrm>
          <a:prstGeom prst="rect">
            <a:avLst/>
          </a:prstGeom>
          <a:noFill/>
        </p:spPr>
        <p:txBody>
          <a:bodyPr wrap="square" rtlCol="0">
            <a:spAutoFit/>
          </a:bodyPr>
          <a:lstStyle/>
          <a:p>
            <a:r>
              <a:rPr lang="en-US" sz="3400" dirty="0"/>
              <a:t>vs.</a:t>
            </a:r>
          </a:p>
        </p:txBody>
      </p:sp>
      <p:sp>
        <p:nvSpPr>
          <p:cNvPr id="19" name="Oval Callout 18">
            <a:extLst>
              <a:ext uri="{FF2B5EF4-FFF2-40B4-BE49-F238E27FC236}">
                <a16:creationId xmlns:a16="http://schemas.microsoft.com/office/drawing/2014/main" id="{E9D3BF2D-5529-575B-44B7-7A884C3841EA}"/>
              </a:ext>
            </a:extLst>
          </p:cNvPr>
          <p:cNvSpPr/>
          <p:nvPr/>
        </p:nvSpPr>
        <p:spPr>
          <a:xfrm>
            <a:off x="31845421" y="13243137"/>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What’s the pH of egg yolks?</a:t>
            </a:r>
          </a:p>
        </p:txBody>
      </p:sp>
      <p:sp>
        <p:nvSpPr>
          <p:cNvPr id="21" name="Oval Callout 20">
            <a:extLst>
              <a:ext uri="{FF2B5EF4-FFF2-40B4-BE49-F238E27FC236}">
                <a16:creationId xmlns:a16="http://schemas.microsoft.com/office/drawing/2014/main" id="{CB467811-C833-9179-6AA6-194B7317D45F}"/>
              </a:ext>
            </a:extLst>
          </p:cNvPr>
          <p:cNvSpPr/>
          <p:nvPr/>
        </p:nvSpPr>
        <p:spPr>
          <a:xfrm>
            <a:off x="37407512" y="13238802"/>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Here’s a book on food science. What’s the pH of egg yolks?</a:t>
            </a:r>
          </a:p>
        </p:txBody>
      </p:sp>
      <p:sp>
        <p:nvSpPr>
          <p:cNvPr id="23" name="TextBox 22">
            <a:extLst>
              <a:ext uri="{FF2B5EF4-FFF2-40B4-BE49-F238E27FC236}">
                <a16:creationId xmlns:a16="http://schemas.microsoft.com/office/drawing/2014/main" id="{5402BE17-5A03-0305-9AB7-F15230DE91A2}"/>
              </a:ext>
            </a:extLst>
          </p:cNvPr>
          <p:cNvSpPr txBox="1"/>
          <p:nvPr/>
        </p:nvSpPr>
        <p:spPr>
          <a:xfrm>
            <a:off x="36071988" y="13467507"/>
            <a:ext cx="1341120" cy="615553"/>
          </a:xfrm>
          <a:prstGeom prst="rect">
            <a:avLst/>
          </a:prstGeom>
          <a:noFill/>
        </p:spPr>
        <p:txBody>
          <a:bodyPr wrap="square" rtlCol="0">
            <a:spAutoFit/>
          </a:bodyPr>
          <a:lstStyle/>
          <a:p>
            <a:r>
              <a:rPr lang="en-US" sz="3400" dirty="0"/>
              <a:t>vs.</a:t>
            </a:r>
          </a:p>
        </p:txBody>
      </p:sp>
      <p:sp>
        <p:nvSpPr>
          <p:cNvPr id="25" name="TextBox 24">
            <a:extLst>
              <a:ext uri="{FF2B5EF4-FFF2-40B4-BE49-F238E27FC236}">
                <a16:creationId xmlns:a16="http://schemas.microsoft.com/office/drawing/2014/main" id="{3E4F91DE-F748-4636-AA8C-7E9F15AC6FD1}"/>
              </a:ext>
            </a:extLst>
          </p:cNvPr>
          <p:cNvSpPr txBox="1"/>
          <p:nvPr/>
        </p:nvSpPr>
        <p:spPr>
          <a:xfrm>
            <a:off x="30067246" y="16660735"/>
            <a:ext cx="12553948" cy="6897541"/>
          </a:xfrm>
          <a:prstGeom prst="rect">
            <a:avLst/>
          </a:prstGeom>
          <a:noFill/>
        </p:spPr>
        <p:txBody>
          <a:bodyPr wrap="square" rtlCol="0">
            <a:noAutofit/>
          </a:bodyPr>
          <a:lstStyle/>
          <a:p>
            <a:pPr marL="457200" indent="-457200">
              <a:buFont typeface="Arial" panose="020B0604020202020204" pitchFamily="34" charset="0"/>
              <a:buChar char="•"/>
            </a:pPr>
            <a:r>
              <a:rPr lang="en-US" sz="3400" dirty="0"/>
              <a:t>Through </a:t>
            </a:r>
            <a:r>
              <a:rPr lang="en-US" sz="3400" i="1" dirty="0"/>
              <a:t>SBML Multi Generation Wizard</a:t>
            </a:r>
            <a:r>
              <a:rPr lang="en-US" sz="3400" dirty="0"/>
              <a:t>, we showcase a promising method of generating SBML Multi files from images, allowing users easier access to other Simmune tools, such as </a:t>
            </a:r>
            <a:r>
              <a:rPr lang="en-US" sz="3400" dirty="0" err="1"/>
              <a:t>SimAnalyzer</a:t>
            </a:r>
            <a:r>
              <a:rPr lang="en-US" sz="3400" dirty="0"/>
              <a:t> and the Simmune Simulator to simulate cell signaling pathways and other processes. </a:t>
            </a:r>
          </a:p>
          <a:p>
            <a:endParaRPr lang="en-US" sz="3400" dirty="0"/>
          </a:p>
          <a:p>
            <a:pPr marL="457200" indent="-457200">
              <a:buFont typeface="Arial" panose="020B0604020202020204" pitchFamily="34" charset="0"/>
              <a:buChar char="•"/>
            </a:pPr>
            <a:r>
              <a:rPr lang="en-US" sz="3400" dirty="0"/>
              <a:t>Future opportunities for extending the wizard’s capabilities could include:</a:t>
            </a:r>
          </a:p>
          <a:p>
            <a:pPr marL="914400" lvl="1" indent="-457200">
              <a:buFont typeface="Courier New" panose="02070309020205020404" pitchFamily="49" charset="0"/>
              <a:buChar char="o"/>
            </a:pPr>
            <a:r>
              <a:rPr lang="en-US" sz="3400" dirty="0"/>
              <a:t>Creating a ‘coach’ to explain errors found during validation and biological insights from the model.</a:t>
            </a:r>
          </a:p>
          <a:p>
            <a:pPr marL="914400" lvl="1" indent="-457200">
              <a:buFont typeface="Courier New" panose="02070309020205020404" pitchFamily="49" charset="0"/>
              <a:buChar char="o"/>
            </a:pPr>
            <a:r>
              <a:rPr lang="en-US" sz="3400" dirty="0"/>
              <a:t>Adding a history section for past requests</a:t>
            </a:r>
          </a:p>
          <a:p>
            <a:pPr marL="914400" lvl="1" indent="-457200">
              <a:buFont typeface="Courier New" panose="02070309020205020404" pitchFamily="49" charset="0"/>
              <a:buChar char="o"/>
            </a:pPr>
            <a:r>
              <a:rPr lang="en-US" sz="3400" dirty="0"/>
              <a:t>Pauses during generation to allow for the user to fill in fields that the LLM may detect it lacks from inputted information.</a:t>
            </a:r>
          </a:p>
          <a:p>
            <a:pPr lvl="1"/>
            <a:endParaRPr lang="en-US" sz="3400" dirty="0"/>
          </a:p>
        </p:txBody>
      </p:sp>
      <p:pic>
        <p:nvPicPr>
          <p:cNvPr id="33" name="Picture 32">
            <a:extLst>
              <a:ext uri="{FF2B5EF4-FFF2-40B4-BE49-F238E27FC236}">
                <a16:creationId xmlns:a16="http://schemas.microsoft.com/office/drawing/2014/main" id="{2A027239-7A18-80A6-C74D-63B25E891DBB}"/>
              </a:ext>
            </a:extLst>
          </p:cNvPr>
          <p:cNvPicPr>
            <a:picLocks noChangeAspect="1"/>
          </p:cNvPicPr>
          <p:nvPr/>
        </p:nvPicPr>
        <p:blipFill>
          <a:blip r:embed="rId15"/>
          <a:stretch>
            <a:fillRect/>
          </a:stretch>
        </p:blipFill>
        <p:spPr>
          <a:xfrm>
            <a:off x="16162411" y="10079884"/>
            <a:ext cx="11321857" cy="6161554"/>
          </a:xfrm>
          <a:prstGeom prst="rect">
            <a:avLst/>
          </a:prstGeom>
        </p:spPr>
      </p:pic>
      <p:pic>
        <p:nvPicPr>
          <p:cNvPr id="35" name="Picture 34">
            <a:extLst>
              <a:ext uri="{FF2B5EF4-FFF2-40B4-BE49-F238E27FC236}">
                <a16:creationId xmlns:a16="http://schemas.microsoft.com/office/drawing/2014/main" id="{820ED6BD-E66D-411D-F478-8CA862EB717F}"/>
              </a:ext>
            </a:extLst>
          </p:cNvPr>
          <p:cNvPicPr>
            <a:picLocks noChangeAspect="1"/>
          </p:cNvPicPr>
          <p:nvPr/>
        </p:nvPicPr>
        <p:blipFill>
          <a:blip r:embed="rId16"/>
          <a:stretch>
            <a:fillRect/>
          </a:stretch>
        </p:blipFill>
        <p:spPr>
          <a:xfrm>
            <a:off x="41102503" y="30184946"/>
            <a:ext cx="1701993" cy="1701993"/>
          </a:xfrm>
          <a:prstGeom prst="rect">
            <a:avLst/>
          </a:prstGeom>
        </p:spPr>
      </p:pic>
      <p:sp>
        <p:nvSpPr>
          <p:cNvPr id="36" name="TextBox 35">
            <a:extLst>
              <a:ext uri="{FF2B5EF4-FFF2-40B4-BE49-F238E27FC236}">
                <a16:creationId xmlns:a16="http://schemas.microsoft.com/office/drawing/2014/main" id="{1D3AB560-43F5-605D-B7AB-6CC85F3EA0E0}"/>
              </a:ext>
            </a:extLst>
          </p:cNvPr>
          <p:cNvSpPr txBox="1"/>
          <p:nvPr/>
        </p:nvSpPr>
        <p:spPr>
          <a:xfrm>
            <a:off x="30141351" y="30126024"/>
            <a:ext cx="10976918" cy="1815882"/>
          </a:xfrm>
          <a:prstGeom prst="rect">
            <a:avLst/>
          </a:prstGeom>
          <a:noFill/>
        </p:spPr>
        <p:txBody>
          <a:bodyPr wrap="square" rtlCol="0">
            <a:spAutoFit/>
          </a:bodyPr>
          <a:lstStyle/>
          <a:p>
            <a:r>
              <a:rPr lang="en-US" sz="2800" dirty="0"/>
              <a:t>useful events for interns. A big thanks to NIAID RTB Biological Imaging for helping out with poster printing, and to Building 4 Housekeeping for keeping the building and offices tidy.</a:t>
            </a:r>
          </a:p>
          <a:p>
            <a:endParaRPr lang="en-US" sz="2800" dirty="0"/>
          </a:p>
        </p:txBody>
      </p:sp>
      <p:pic>
        <p:nvPicPr>
          <p:cNvPr id="38" name="Picture 37">
            <a:extLst>
              <a:ext uri="{FF2B5EF4-FFF2-40B4-BE49-F238E27FC236}">
                <a16:creationId xmlns:a16="http://schemas.microsoft.com/office/drawing/2014/main" id="{BC2250B1-3D5F-7854-D602-D7A5BB70C741}"/>
              </a:ext>
            </a:extLst>
          </p:cNvPr>
          <p:cNvPicPr>
            <a:picLocks noChangeAspect="1"/>
          </p:cNvPicPr>
          <p:nvPr/>
        </p:nvPicPr>
        <p:blipFill>
          <a:blip r:embed="rId17"/>
          <a:stretch>
            <a:fillRect/>
          </a:stretch>
        </p:blipFill>
        <p:spPr>
          <a:xfrm>
            <a:off x="15232615" y="19059729"/>
            <a:ext cx="3526203" cy="7556149"/>
          </a:xfrm>
          <a:prstGeom prst="rect">
            <a:avLst/>
          </a:prstGeom>
        </p:spPr>
      </p:pic>
      <p:pic>
        <p:nvPicPr>
          <p:cNvPr id="42" name="Picture 41">
            <a:extLst>
              <a:ext uri="{FF2B5EF4-FFF2-40B4-BE49-F238E27FC236}">
                <a16:creationId xmlns:a16="http://schemas.microsoft.com/office/drawing/2014/main" id="{A888D051-2842-C5A8-9382-CF33DCDC0601}"/>
              </a:ext>
            </a:extLst>
          </p:cNvPr>
          <p:cNvPicPr>
            <a:picLocks noChangeAspect="1"/>
          </p:cNvPicPr>
          <p:nvPr/>
        </p:nvPicPr>
        <p:blipFill>
          <a:blip r:embed="rId18"/>
          <a:stretch>
            <a:fillRect/>
          </a:stretch>
        </p:blipFill>
        <p:spPr>
          <a:xfrm>
            <a:off x="17972266" y="27716131"/>
            <a:ext cx="7772400" cy="3890059"/>
          </a:xfrm>
          <a:prstGeom prst="rect">
            <a:avLst/>
          </a:prstGeom>
        </p:spPr>
      </p:pic>
      <p:pic>
        <p:nvPicPr>
          <p:cNvPr id="44" name="Picture 43">
            <a:extLst>
              <a:ext uri="{FF2B5EF4-FFF2-40B4-BE49-F238E27FC236}">
                <a16:creationId xmlns:a16="http://schemas.microsoft.com/office/drawing/2014/main" id="{9B36D8A8-3B56-4C33-1EEC-DC869D11A0A3}"/>
              </a:ext>
            </a:extLst>
          </p:cNvPr>
          <p:cNvPicPr>
            <a:picLocks noChangeAspect="1"/>
          </p:cNvPicPr>
          <p:nvPr/>
        </p:nvPicPr>
        <p:blipFill>
          <a:blip r:embed="rId19"/>
          <a:stretch>
            <a:fillRect/>
          </a:stretch>
        </p:blipFill>
        <p:spPr>
          <a:xfrm>
            <a:off x="23274948" y="19584945"/>
            <a:ext cx="5359610" cy="6515447"/>
          </a:xfrm>
          <a:prstGeom prst="rect">
            <a:avLst/>
          </a:prstGeom>
        </p:spPr>
      </p:pic>
      <p:sp>
        <p:nvSpPr>
          <p:cNvPr id="47" name="TextBox 46">
            <a:extLst>
              <a:ext uri="{FF2B5EF4-FFF2-40B4-BE49-F238E27FC236}">
                <a16:creationId xmlns:a16="http://schemas.microsoft.com/office/drawing/2014/main" id="{D0911B01-8B56-C9F1-FBDE-8AED133A5DAB}"/>
              </a:ext>
            </a:extLst>
          </p:cNvPr>
          <p:cNvSpPr txBox="1"/>
          <p:nvPr/>
        </p:nvSpPr>
        <p:spPr>
          <a:xfrm>
            <a:off x="3312455" y="23013310"/>
            <a:ext cx="1739591" cy="523220"/>
          </a:xfrm>
          <a:prstGeom prst="rect">
            <a:avLst/>
          </a:prstGeom>
          <a:noFill/>
        </p:spPr>
        <p:txBody>
          <a:bodyPr wrap="square" rtlCol="0">
            <a:spAutoFit/>
          </a:bodyPr>
          <a:lstStyle/>
          <a:p>
            <a:pPr algn="ctr"/>
            <a:r>
              <a:rPr lang="en-US" sz="2800" dirty="0"/>
              <a:t>Ollama</a:t>
            </a:r>
          </a:p>
        </p:txBody>
      </p:sp>
      <p:sp>
        <p:nvSpPr>
          <p:cNvPr id="48" name="TextBox 47">
            <a:extLst>
              <a:ext uri="{FF2B5EF4-FFF2-40B4-BE49-F238E27FC236}">
                <a16:creationId xmlns:a16="http://schemas.microsoft.com/office/drawing/2014/main" id="{B13D4238-4D2D-8737-6B08-C65465D3191C}"/>
              </a:ext>
            </a:extLst>
          </p:cNvPr>
          <p:cNvSpPr txBox="1"/>
          <p:nvPr/>
        </p:nvSpPr>
        <p:spPr>
          <a:xfrm>
            <a:off x="9634541" y="25664514"/>
            <a:ext cx="2160063" cy="523220"/>
          </a:xfrm>
          <a:prstGeom prst="rect">
            <a:avLst/>
          </a:prstGeom>
          <a:noFill/>
        </p:spPr>
        <p:txBody>
          <a:bodyPr wrap="square" rtlCol="0">
            <a:spAutoFit/>
          </a:bodyPr>
          <a:lstStyle/>
          <a:p>
            <a:pPr algn="ctr"/>
            <a:r>
              <a:rPr lang="en-US" sz="2800" dirty="0"/>
              <a:t>LangChain</a:t>
            </a:r>
          </a:p>
        </p:txBody>
      </p:sp>
      <p:sp>
        <p:nvSpPr>
          <p:cNvPr id="49" name="TextBox 48">
            <a:extLst>
              <a:ext uri="{FF2B5EF4-FFF2-40B4-BE49-F238E27FC236}">
                <a16:creationId xmlns:a16="http://schemas.microsoft.com/office/drawing/2014/main" id="{AD743F20-93F5-976B-EF83-3FBEF4945CDA}"/>
              </a:ext>
            </a:extLst>
          </p:cNvPr>
          <p:cNvSpPr txBox="1"/>
          <p:nvPr/>
        </p:nvSpPr>
        <p:spPr>
          <a:xfrm>
            <a:off x="6678590" y="25657863"/>
            <a:ext cx="1739591" cy="523220"/>
          </a:xfrm>
          <a:prstGeom prst="rect">
            <a:avLst/>
          </a:prstGeom>
          <a:noFill/>
        </p:spPr>
        <p:txBody>
          <a:bodyPr wrap="square" rtlCol="0">
            <a:spAutoFit/>
          </a:bodyPr>
          <a:lstStyle/>
          <a:p>
            <a:pPr algn="ctr"/>
            <a:r>
              <a:rPr lang="en-US" sz="2800" dirty="0"/>
              <a:t>libSBML</a:t>
            </a:r>
          </a:p>
        </p:txBody>
      </p:sp>
      <p:sp>
        <p:nvSpPr>
          <p:cNvPr id="50" name="TextBox 49">
            <a:extLst>
              <a:ext uri="{FF2B5EF4-FFF2-40B4-BE49-F238E27FC236}">
                <a16:creationId xmlns:a16="http://schemas.microsoft.com/office/drawing/2014/main" id="{8F66B2F5-B73E-63D9-BEBE-D56EAF78AB88}"/>
              </a:ext>
            </a:extLst>
          </p:cNvPr>
          <p:cNvSpPr txBox="1"/>
          <p:nvPr/>
        </p:nvSpPr>
        <p:spPr>
          <a:xfrm>
            <a:off x="2869403" y="25664514"/>
            <a:ext cx="2625697" cy="523220"/>
          </a:xfrm>
          <a:prstGeom prst="rect">
            <a:avLst/>
          </a:prstGeom>
          <a:noFill/>
        </p:spPr>
        <p:txBody>
          <a:bodyPr wrap="square" rtlCol="0">
            <a:spAutoFit/>
          </a:bodyPr>
          <a:lstStyle/>
          <a:p>
            <a:pPr algn="ctr"/>
            <a:r>
              <a:rPr lang="en-US" sz="2800" dirty="0"/>
              <a:t>PySimpleGUI</a:t>
            </a:r>
          </a:p>
        </p:txBody>
      </p:sp>
      <p:sp>
        <p:nvSpPr>
          <p:cNvPr id="51" name="TextBox 50">
            <a:extLst>
              <a:ext uri="{FF2B5EF4-FFF2-40B4-BE49-F238E27FC236}">
                <a16:creationId xmlns:a16="http://schemas.microsoft.com/office/drawing/2014/main" id="{66D48C0A-BCFB-7467-57D8-94ACC02EEE73}"/>
              </a:ext>
            </a:extLst>
          </p:cNvPr>
          <p:cNvSpPr txBox="1"/>
          <p:nvPr/>
        </p:nvSpPr>
        <p:spPr>
          <a:xfrm>
            <a:off x="9844778" y="22978165"/>
            <a:ext cx="1739591" cy="523220"/>
          </a:xfrm>
          <a:prstGeom prst="rect">
            <a:avLst/>
          </a:prstGeom>
          <a:noFill/>
        </p:spPr>
        <p:txBody>
          <a:bodyPr wrap="square" rtlCol="0">
            <a:spAutoFit/>
          </a:bodyPr>
          <a:lstStyle/>
          <a:p>
            <a:pPr algn="ctr"/>
            <a:r>
              <a:rPr lang="en-US" sz="2800" dirty="0"/>
              <a:t>NumPy</a:t>
            </a:r>
          </a:p>
        </p:txBody>
      </p:sp>
      <p:sp>
        <p:nvSpPr>
          <p:cNvPr id="52" name="TextBox 51">
            <a:extLst>
              <a:ext uri="{FF2B5EF4-FFF2-40B4-BE49-F238E27FC236}">
                <a16:creationId xmlns:a16="http://schemas.microsoft.com/office/drawing/2014/main" id="{F8588465-2D61-AB5C-DF52-82F1D73175C3}"/>
              </a:ext>
            </a:extLst>
          </p:cNvPr>
          <p:cNvSpPr txBox="1"/>
          <p:nvPr/>
        </p:nvSpPr>
        <p:spPr>
          <a:xfrm>
            <a:off x="6673998" y="23033734"/>
            <a:ext cx="1739591" cy="523220"/>
          </a:xfrm>
          <a:prstGeom prst="rect">
            <a:avLst/>
          </a:prstGeom>
          <a:noFill/>
        </p:spPr>
        <p:txBody>
          <a:bodyPr wrap="square" rtlCol="0">
            <a:spAutoFit/>
          </a:bodyPr>
          <a:lstStyle/>
          <a:p>
            <a:pPr algn="ctr"/>
            <a:r>
              <a:rPr lang="en-US" sz="2800" dirty="0"/>
              <a:t>PyMuPDF</a:t>
            </a:r>
          </a:p>
        </p:txBody>
      </p:sp>
      <p:sp>
        <p:nvSpPr>
          <p:cNvPr id="53" name="TextBox 52">
            <a:extLst>
              <a:ext uri="{FF2B5EF4-FFF2-40B4-BE49-F238E27FC236}">
                <a16:creationId xmlns:a16="http://schemas.microsoft.com/office/drawing/2014/main" id="{860213D4-133A-18BF-C398-E789F0067310}"/>
              </a:ext>
            </a:extLst>
          </p:cNvPr>
          <p:cNvSpPr txBox="1"/>
          <p:nvPr/>
        </p:nvSpPr>
        <p:spPr>
          <a:xfrm>
            <a:off x="11232241" y="20520721"/>
            <a:ext cx="1739591" cy="523220"/>
          </a:xfrm>
          <a:prstGeom prst="rect">
            <a:avLst/>
          </a:prstGeom>
          <a:noFill/>
        </p:spPr>
        <p:txBody>
          <a:bodyPr wrap="square" rtlCol="0">
            <a:spAutoFit/>
          </a:bodyPr>
          <a:lstStyle/>
          <a:p>
            <a:pPr algn="ctr"/>
            <a:r>
              <a:rPr lang="en-US" sz="2800" dirty="0"/>
              <a:t>Python</a:t>
            </a:r>
          </a:p>
        </p:txBody>
      </p:sp>
      <p:sp>
        <p:nvSpPr>
          <p:cNvPr id="54" name="Bent-Up Arrow 53">
            <a:extLst>
              <a:ext uri="{FF2B5EF4-FFF2-40B4-BE49-F238E27FC236}">
                <a16:creationId xmlns:a16="http://schemas.microsoft.com/office/drawing/2014/main" id="{2AAFE079-8542-5A50-9672-FBF47673AB04}"/>
              </a:ext>
            </a:extLst>
          </p:cNvPr>
          <p:cNvSpPr/>
          <p:nvPr/>
        </p:nvSpPr>
        <p:spPr>
          <a:xfrm>
            <a:off x="26130611" y="26328415"/>
            <a:ext cx="1736916" cy="3579412"/>
          </a:xfrm>
          <a:prstGeom prst="bentUpArrow">
            <a:avLst>
              <a:gd name="adj1" fmla="val 25000"/>
              <a:gd name="adj2" fmla="val 2547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Curved Down Arrow 54">
            <a:extLst>
              <a:ext uri="{FF2B5EF4-FFF2-40B4-BE49-F238E27FC236}">
                <a16:creationId xmlns:a16="http://schemas.microsoft.com/office/drawing/2014/main" id="{E12FD0B2-2F28-A7E1-79D2-3B65A0BAEC9C}"/>
              </a:ext>
            </a:extLst>
          </p:cNvPr>
          <p:cNvSpPr/>
          <p:nvPr/>
        </p:nvSpPr>
        <p:spPr>
          <a:xfrm>
            <a:off x="20666075" y="25740582"/>
            <a:ext cx="2384782" cy="144461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TextBox 55">
            <a:extLst>
              <a:ext uri="{FF2B5EF4-FFF2-40B4-BE49-F238E27FC236}">
                <a16:creationId xmlns:a16="http://schemas.microsoft.com/office/drawing/2014/main" id="{8E6F48F1-51B7-BB0E-A86A-38F347DE32AB}"/>
              </a:ext>
            </a:extLst>
          </p:cNvPr>
          <p:cNvSpPr txBox="1"/>
          <p:nvPr/>
        </p:nvSpPr>
        <p:spPr>
          <a:xfrm>
            <a:off x="20078991" y="24323320"/>
            <a:ext cx="3488695" cy="1384995"/>
          </a:xfrm>
          <a:prstGeom prst="rect">
            <a:avLst/>
          </a:prstGeom>
          <a:noFill/>
        </p:spPr>
        <p:txBody>
          <a:bodyPr wrap="square" rtlCol="0">
            <a:spAutoFit/>
          </a:bodyPr>
          <a:lstStyle/>
          <a:p>
            <a:pPr algn="ctr"/>
            <a:r>
              <a:rPr lang="en-US" sz="2800" dirty="0"/>
              <a:t>2a. Optional validation</a:t>
            </a:r>
          </a:p>
          <a:p>
            <a:pPr algn="ctr"/>
            <a:r>
              <a:rPr lang="en-US" sz="2800" dirty="0"/>
              <a:t>loop</a:t>
            </a:r>
          </a:p>
        </p:txBody>
      </p:sp>
      <p:sp>
        <p:nvSpPr>
          <p:cNvPr id="57" name="TextBox 56">
            <a:extLst>
              <a:ext uri="{FF2B5EF4-FFF2-40B4-BE49-F238E27FC236}">
                <a16:creationId xmlns:a16="http://schemas.microsoft.com/office/drawing/2014/main" id="{53431AC2-5382-06F6-B444-9237E8D3CD83}"/>
              </a:ext>
            </a:extLst>
          </p:cNvPr>
          <p:cNvSpPr txBox="1"/>
          <p:nvPr/>
        </p:nvSpPr>
        <p:spPr>
          <a:xfrm>
            <a:off x="38682894" y="31177541"/>
            <a:ext cx="2521528" cy="523220"/>
          </a:xfrm>
          <a:prstGeom prst="rect">
            <a:avLst/>
          </a:prstGeom>
          <a:noFill/>
        </p:spPr>
        <p:txBody>
          <a:bodyPr wrap="square" rtlCol="0">
            <a:spAutoFit/>
          </a:bodyPr>
          <a:lstStyle/>
          <a:p>
            <a:r>
              <a:rPr lang="en-US" sz="2800" dirty="0"/>
              <a:t>References -&gt;</a:t>
            </a:r>
          </a:p>
        </p:txBody>
      </p:sp>
      <p:sp>
        <p:nvSpPr>
          <p:cNvPr id="58" name="Rounded Rectangle 57">
            <a:extLst>
              <a:ext uri="{FF2B5EF4-FFF2-40B4-BE49-F238E27FC236}">
                <a16:creationId xmlns:a16="http://schemas.microsoft.com/office/drawing/2014/main" id="{12DD65CB-1873-3097-4831-2808982BA6D6}"/>
              </a:ext>
            </a:extLst>
          </p:cNvPr>
          <p:cNvSpPr/>
          <p:nvPr/>
        </p:nvSpPr>
        <p:spPr>
          <a:xfrm>
            <a:off x="16810660" y="6278182"/>
            <a:ext cx="2159270" cy="13029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Image</a:t>
            </a:r>
          </a:p>
        </p:txBody>
      </p:sp>
      <p:sp>
        <p:nvSpPr>
          <p:cNvPr id="59" name="TextBox 58">
            <a:extLst>
              <a:ext uri="{FF2B5EF4-FFF2-40B4-BE49-F238E27FC236}">
                <a16:creationId xmlns:a16="http://schemas.microsoft.com/office/drawing/2014/main" id="{E9CF0EC8-E6D4-3B9C-4190-6CDF63924210}"/>
              </a:ext>
            </a:extLst>
          </p:cNvPr>
          <p:cNvSpPr txBox="1"/>
          <p:nvPr/>
        </p:nvSpPr>
        <p:spPr>
          <a:xfrm>
            <a:off x="16260996" y="5437746"/>
            <a:ext cx="2931458" cy="769441"/>
          </a:xfrm>
          <a:prstGeom prst="rect">
            <a:avLst/>
          </a:prstGeom>
          <a:noFill/>
        </p:spPr>
        <p:txBody>
          <a:bodyPr wrap="square" rtlCol="0">
            <a:spAutoFit/>
          </a:bodyPr>
          <a:lstStyle/>
          <a:p>
            <a:r>
              <a:rPr lang="en-US" sz="4400" dirty="0"/>
              <a:t>Wizard</a:t>
            </a:r>
          </a:p>
        </p:txBody>
      </p:sp>
      <p:sp>
        <p:nvSpPr>
          <p:cNvPr id="60" name="Rounded Rectangle 59">
            <a:extLst>
              <a:ext uri="{FF2B5EF4-FFF2-40B4-BE49-F238E27FC236}">
                <a16:creationId xmlns:a16="http://schemas.microsoft.com/office/drawing/2014/main" id="{49001387-15CA-BFC2-8066-59E604C37744}"/>
              </a:ext>
            </a:extLst>
          </p:cNvPr>
          <p:cNvSpPr/>
          <p:nvPr/>
        </p:nvSpPr>
        <p:spPr>
          <a:xfrm>
            <a:off x="16810660" y="8256202"/>
            <a:ext cx="2159270" cy="13029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Manuscript</a:t>
            </a:r>
          </a:p>
        </p:txBody>
      </p:sp>
      <p:cxnSp>
        <p:nvCxnSpPr>
          <p:cNvPr id="132" name="Straight Arrow Connector 131">
            <a:extLst>
              <a:ext uri="{FF2B5EF4-FFF2-40B4-BE49-F238E27FC236}">
                <a16:creationId xmlns:a16="http://schemas.microsoft.com/office/drawing/2014/main" id="{9AF9B3D3-335D-ABBD-77E5-FC4A30B19CC5}"/>
              </a:ext>
            </a:extLst>
          </p:cNvPr>
          <p:cNvCxnSpPr>
            <a:cxnSpLocks/>
          </p:cNvCxnSpPr>
          <p:nvPr/>
        </p:nvCxnSpPr>
        <p:spPr>
          <a:xfrm>
            <a:off x="19438082" y="7927471"/>
            <a:ext cx="4989461"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35" name="TextBox 134">
            <a:extLst>
              <a:ext uri="{FF2B5EF4-FFF2-40B4-BE49-F238E27FC236}">
                <a16:creationId xmlns:a16="http://schemas.microsoft.com/office/drawing/2014/main" id="{813B01DC-C50C-ED5D-5978-E0EED3B8F91B}"/>
              </a:ext>
            </a:extLst>
          </p:cNvPr>
          <p:cNvSpPr txBox="1"/>
          <p:nvPr/>
        </p:nvSpPr>
        <p:spPr>
          <a:xfrm>
            <a:off x="17726725" y="7665861"/>
            <a:ext cx="533401" cy="523220"/>
          </a:xfrm>
          <a:prstGeom prst="rect">
            <a:avLst/>
          </a:prstGeom>
          <a:noFill/>
        </p:spPr>
        <p:txBody>
          <a:bodyPr wrap="square" rtlCol="0">
            <a:spAutoFit/>
          </a:bodyPr>
          <a:lstStyle/>
          <a:p>
            <a:r>
              <a:rPr lang="en-US" sz="2800" dirty="0"/>
              <a:t>+</a:t>
            </a:r>
          </a:p>
        </p:txBody>
      </p:sp>
      <p:sp>
        <p:nvSpPr>
          <p:cNvPr id="136" name="Rounded Rectangle 135">
            <a:extLst>
              <a:ext uri="{FF2B5EF4-FFF2-40B4-BE49-F238E27FC236}">
                <a16:creationId xmlns:a16="http://schemas.microsoft.com/office/drawing/2014/main" id="{48775F59-51CB-323A-1C29-BE9CB65F976A}"/>
              </a:ext>
            </a:extLst>
          </p:cNvPr>
          <p:cNvSpPr/>
          <p:nvPr/>
        </p:nvSpPr>
        <p:spPr>
          <a:xfrm>
            <a:off x="24921272" y="7233621"/>
            <a:ext cx="2159270" cy="13029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SBML Multi File</a:t>
            </a:r>
          </a:p>
        </p:txBody>
      </p:sp>
      <p:cxnSp>
        <p:nvCxnSpPr>
          <p:cNvPr id="137" name="Straight Arrow Connector 136">
            <a:extLst>
              <a:ext uri="{FF2B5EF4-FFF2-40B4-BE49-F238E27FC236}">
                <a16:creationId xmlns:a16="http://schemas.microsoft.com/office/drawing/2014/main" id="{F300A08B-C4AF-C559-D2D6-2AADEB4513F3}"/>
              </a:ext>
            </a:extLst>
          </p:cNvPr>
          <p:cNvCxnSpPr>
            <a:cxnSpLocks/>
          </p:cNvCxnSpPr>
          <p:nvPr/>
        </p:nvCxnSpPr>
        <p:spPr>
          <a:xfrm flipH="1">
            <a:off x="22010989" y="8817969"/>
            <a:ext cx="3943763" cy="4203764"/>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pic>
        <p:nvPicPr>
          <p:cNvPr id="146" name="Picture 145">
            <a:extLst>
              <a:ext uri="{FF2B5EF4-FFF2-40B4-BE49-F238E27FC236}">
                <a16:creationId xmlns:a16="http://schemas.microsoft.com/office/drawing/2014/main" id="{3567C3ED-2796-EB09-D6D6-9E0051038D5B}"/>
              </a:ext>
            </a:extLst>
          </p:cNvPr>
          <p:cNvPicPr>
            <a:picLocks noChangeAspect="1"/>
          </p:cNvPicPr>
          <p:nvPr/>
        </p:nvPicPr>
        <p:blipFill>
          <a:blip r:embed="rId20"/>
          <a:stretch>
            <a:fillRect/>
          </a:stretch>
        </p:blipFill>
        <p:spPr>
          <a:xfrm>
            <a:off x="6181573" y="12771800"/>
            <a:ext cx="6905935" cy="3314035"/>
          </a:xfrm>
          <a:prstGeom prst="rect">
            <a:avLst/>
          </a:prstGeom>
        </p:spPr>
      </p:pic>
      <p:pic>
        <p:nvPicPr>
          <p:cNvPr id="148" name="Picture 147">
            <a:extLst>
              <a:ext uri="{FF2B5EF4-FFF2-40B4-BE49-F238E27FC236}">
                <a16:creationId xmlns:a16="http://schemas.microsoft.com/office/drawing/2014/main" id="{DA08AA32-202A-1259-FAA9-29B8A1326156}"/>
              </a:ext>
            </a:extLst>
          </p:cNvPr>
          <p:cNvPicPr>
            <a:picLocks noChangeAspect="1"/>
          </p:cNvPicPr>
          <p:nvPr/>
        </p:nvPicPr>
        <p:blipFill>
          <a:blip r:embed="rId21"/>
          <a:stretch>
            <a:fillRect/>
          </a:stretch>
        </p:blipFill>
        <p:spPr>
          <a:xfrm>
            <a:off x="2397759" y="12786351"/>
            <a:ext cx="3370757" cy="3299494"/>
          </a:xfrm>
          <a:prstGeom prst="rect">
            <a:avLst/>
          </a:prstGeom>
        </p:spPr>
      </p:pic>
    </p:spTree>
    <p:extLst>
      <p:ext uri="{BB962C8B-B14F-4D97-AF65-F5344CB8AC3E}">
        <p14:creationId xmlns:p14="http://schemas.microsoft.com/office/powerpoint/2010/main" val="2002778566"/>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FFFF0"/>
        </a:solidFill>
        <a:effectLst/>
      </p:bgPr>
    </p:bg>
    <p:spTree>
      <p:nvGrpSpPr>
        <p:cNvPr id="1" name="">
          <a:extLst>
            <a:ext uri="{FF2B5EF4-FFF2-40B4-BE49-F238E27FC236}">
              <a16:creationId xmlns:a16="http://schemas.microsoft.com/office/drawing/2014/main" id="{9C4C29BB-22F6-130E-5F6A-15BB1AC2F221}"/>
            </a:ext>
          </a:extLst>
        </p:cNvPr>
        <p:cNvGrpSpPr/>
        <p:nvPr/>
      </p:nvGrpSpPr>
      <p:grpSpPr>
        <a:xfrm>
          <a:off x="0" y="0"/>
          <a:ext cx="0" cy="0"/>
          <a:chOff x="0" y="0"/>
          <a:chExt cx="0" cy="0"/>
        </a:xfrm>
      </p:grpSpPr>
      <p:sp>
        <p:nvSpPr>
          <p:cNvPr id="236" name="Rounded Rectangle 235">
            <a:extLst>
              <a:ext uri="{FF2B5EF4-FFF2-40B4-BE49-F238E27FC236}">
                <a16:creationId xmlns:a16="http://schemas.microsoft.com/office/drawing/2014/main" id="{FA4D8709-7077-223B-68DC-3C2848755337}"/>
              </a:ext>
            </a:extLst>
          </p:cNvPr>
          <p:cNvSpPr>
            <a:spLocks noGrp="1" noRot="1" noMove="1" noResize="1" noEditPoints="1" noAdjustHandles="1" noChangeArrowheads="1" noChangeShapeType="1"/>
          </p:cNvSpPr>
          <p:nvPr/>
        </p:nvSpPr>
        <p:spPr>
          <a:xfrm>
            <a:off x="914397" y="16991782"/>
            <a:ext cx="13258798"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ounded Rectangle 234">
            <a:extLst>
              <a:ext uri="{FF2B5EF4-FFF2-40B4-BE49-F238E27FC236}">
                <a16:creationId xmlns:a16="http://schemas.microsoft.com/office/drawing/2014/main" id="{5B74E11F-EB60-0C4E-0F91-D580CF750B90}"/>
              </a:ext>
            </a:extLst>
          </p:cNvPr>
          <p:cNvSpPr>
            <a:spLocks/>
          </p:cNvSpPr>
          <p:nvPr/>
        </p:nvSpPr>
        <p:spPr>
          <a:xfrm>
            <a:off x="29717993" y="4116148"/>
            <a:ext cx="13315960" cy="10903284"/>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ounded Rectangle 223">
            <a:extLst>
              <a:ext uri="{FF2B5EF4-FFF2-40B4-BE49-F238E27FC236}">
                <a16:creationId xmlns:a16="http://schemas.microsoft.com/office/drawing/2014/main" id="{10E396BC-EBB0-1A6A-3DD5-E187C6134B92}"/>
              </a:ext>
            </a:extLst>
          </p:cNvPr>
          <p:cNvSpPr>
            <a:spLocks/>
          </p:cNvSpPr>
          <p:nvPr/>
        </p:nvSpPr>
        <p:spPr>
          <a:xfrm>
            <a:off x="14845552" y="16991782"/>
            <a:ext cx="14200094"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8C26A4B-2B1D-C632-D433-E70CCF73661E}"/>
              </a:ext>
            </a:extLst>
          </p:cNvPr>
          <p:cNvSpPr txBox="1"/>
          <p:nvPr/>
        </p:nvSpPr>
        <p:spPr>
          <a:xfrm>
            <a:off x="-578788" y="860252"/>
            <a:ext cx="38461950" cy="1323439"/>
          </a:xfrm>
          <a:prstGeom prst="rect">
            <a:avLst/>
          </a:prstGeom>
          <a:noFill/>
        </p:spPr>
        <p:txBody>
          <a:bodyPr wrap="square" rtlCol="0">
            <a:spAutoFit/>
          </a:bodyPr>
          <a:lstStyle/>
          <a:p>
            <a:pPr algn="ctr"/>
            <a:r>
              <a:rPr lang="en-US" sz="8000" dirty="0"/>
              <a:t>Biology in silico: LLM workflow translating signaling diagrams to Simmune models</a:t>
            </a:r>
          </a:p>
        </p:txBody>
      </p:sp>
      <p:sp>
        <p:nvSpPr>
          <p:cNvPr id="168" name="Rounded Rectangle 167">
            <a:extLst>
              <a:ext uri="{FF2B5EF4-FFF2-40B4-BE49-F238E27FC236}">
                <a16:creationId xmlns:a16="http://schemas.microsoft.com/office/drawing/2014/main" id="{83051AC5-8400-F3EC-D3B5-A46C69AB6637}"/>
              </a:ext>
            </a:extLst>
          </p:cNvPr>
          <p:cNvSpPr>
            <a:spLocks/>
          </p:cNvSpPr>
          <p:nvPr/>
        </p:nvSpPr>
        <p:spPr>
          <a:xfrm>
            <a:off x="914402" y="4114800"/>
            <a:ext cx="13258798" cy="12344399"/>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07350E4D-1FCE-A2B8-CBD2-6A2B0F465E31}"/>
              </a:ext>
            </a:extLst>
          </p:cNvPr>
          <p:cNvSpPr txBox="1"/>
          <p:nvPr/>
        </p:nvSpPr>
        <p:spPr>
          <a:xfrm>
            <a:off x="914399" y="2282562"/>
            <a:ext cx="33375600" cy="1446550"/>
          </a:xfrm>
          <a:prstGeom prst="rect">
            <a:avLst/>
          </a:prstGeom>
          <a:noFill/>
        </p:spPr>
        <p:txBody>
          <a:bodyPr wrap="square" rtlCol="0">
            <a:spAutoFit/>
          </a:bodyPr>
          <a:lstStyle/>
          <a:p>
            <a:r>
              <a:rPr lang="en-US" sz="4400" dirty="0"/>
              <a:t>Ethan Zhu, Fengkai Zhang, Martin Meier-Schellersheim</a:t>
            </a:r>
          </a:p>
          <a:p>
            <a:r>
              <a:rPr lang="en-US" sz="4400" dirty="0"/>
              <a:t>Laboratory of Immune System Biology (LISB), National Institute of Allergy and Infectious Diseases (NIAID), NIH, Bethesda, MD, USA.</a:t>
            </a:r>
          </a:p>
        </p:txBody>
      </p:sp>
      <p:sp>
        <p:nvSpPr>
          <p:cNvPr id="176" name="Rounded Rectangle 175">
            <a:extLst>
              <a:ext uri="{FF2B5EF4-FFF2-40B4-BE49-F238E27FC236}">
                <a16:creationId xmlns:a16="http://schemas.microsoft.com/office/drawing/2014/main" id="{BFC22B40-D3B6-A4FF-407A-0C26EEF74645}"/>
              </a:ext>
            </a:extLst>
          </p:cNvPr>
          <p:cNvSpPr>
            <a:spLocks/>
          </p:cNvSpPr>
          <p:nvPr/>
        </p:nvSpPr>
        <p:spPr>
          <a:xfrm>
            <a:off x="14845553" y="4114799"/>
            <a:ext cx="14200094" cy="12364206"/>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ounded Rectangle 176">
            <a:extLst>
              <a:ext uri="{FF2B5EF4-FFF2-40B4-BE49-F238E27FC236}">
                <a16:creationId xmlns:a16="http://schemas.microsoft.com/office/drawing/2014/main" id="{4C1D8F79-239C-E7EE-B91D-B18643311D89}"/>
              </a:ext>
            </a:extLst>
          </p:cNvPr>
          <p:cNvSpPr>
            <a:spLocks/>
          </p:cNvSpPr>
          <p:nvPr/>
        </p:nvSpPr>
        <p:spPr>
          <a:xfrm>
            <a:off x="29718002" y="24439260"/>
            <a:ext cx="13258799" cy="7564740"/>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Rounded Rectangle 249">
            <a:extLst>
              <a:ext uri="{FF2B5EF4-FFF2-40B4-BE49-F238E27FC236}">
                <a16:creationId xmlns:a16="http://schemas.microsoft.com/office/drawing/2014/main" id="{93FA33EC-BAAE-3BE8-883E-64DB6E16A0E8}"/>
              </a:ext>
            </a:extLst>
          </p:cNvPr>
          <p:cNvSpPr>
            <a:spLocks/>
          </p:cNvSpPr>
          <p:nvPr/>
        </p:nvSpPr>
        <p:spPr>
          <a:xfrm>
            <a:off x="914395" y="16990664"/>
            <a:ext cx="13258800"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9" name="Graphic 178">
            <a:extLst>
              <a:ext uri="{FF2B5EF4-FFF2-40B4-BE49-F238E27FC236}">
                <a16:creationId xmlns:a16="http://schemas.microsoft.com/office/drawing/2014/main" id="{7488DEF8-9F42-4B02-A41D-B3790E1D96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965161" y="1397521"/>
            <a:ext cx="6011637" cy="1578055"/>
          </a:xfrm>
          <a:prstGeom prst="rect">
            <a:avLst/>
          </a:prstGeom>
        </p:spPr>
      </p:pic>
      <p:sp>
        <p:nvSpPr>
          <p:cNvPr id="249" name="Rounded Rectangle 248">
            <a:extLst>
              <a:ext uri="{FF2B5EF4-FFF2-40B4-BE49-F238E27FC236}">
                <a16:creationId xmlns:a16="http://schemas.microsoft.com/office/drawing/2014/main" id="{EB481579-DBB0-AEEF-8F03-A00ECC24AFDC}"/>
              </a:ext>
            </a:extLst>
          </p:cNvPr>
          <p:cNvSpPr>
            <a:spLocks/>
          </p:cNvSpPr>
          <p:nvPr/>
        </p:nvSpPr>
        <p:spPr>
          <a:xfrm>
            <a:off x="914395" y="4104210"/>
            <a:ext cx="13258799"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TextBox 181">
            <a:extLst>
              <a:ext uri="{FF2B5EF4-FFF2-40B4-BE49-F238E27FC236}">
                <a16:creationId xmlns:a16="http://schemas.microsoft.com/office/drawing/2014/main" id="{E3DFBF0F-0386-2E6A-BAE3-F1ED1EA2E106}"/>
              </a:ext>
            </a:extLst>
          </p:cNvPr>
          <p:cNvSpPr txBox="1"/>
          <p:nvPr/>
        </p:nvSpPr>
        <p:spPr>
          <a:xfrm>
            <a:off x="857247" y="4103092"/>
            <a:ext cx="13258798" cy="923330"/>
          </a:xfrm>
          <a:prstGeom prst="rect">
            <a:avLst/>
          </a:prstGeom>
          <a:noFill/>
        </p:spPr>
        <p:txBody>
          <a:bodyPr wrap="square" rtlCol="0">
            <a:spAutoFit/>
          </a:bodyPr>
          <a:lstStyle/>
          <a:p>
            <a:pPr algn="ctr"/>
            <a:r>
              <a:rPr lang="en-US" sz="5400" dirty="0"/>
              <a:t>Introduction &amp; Background</a:t>
            </a:r>
          </a:p>
        </p:txBody>
      </p:sp>
      <p:sp>
        <p:nvSpPr>
          <p:cNvPr id="183" name="TextBox 182">
            <a:extLst>
              <a:ext uri="{FF2B5EF4-FFF2-40B4-BE49-F238E27FC236}">
                <a16:creationId xmlns:a16="http://schemas.microsoft.com/office/drawing/2014/main" id="{8E0B6578-8951-14B9-057C-5ED2A9EF846D}"/>
              </a:ext>
            </a:extLst>
          </p:cNvPr>
          <p:cNvSpPr txBox="1"/>
          <p:nvPr/>
        </p:nvSpPr>
        <p:spPr>
          <a:xfrm>
            <a:off x="936625" y="16990664"/>
            <a:ext cx="13258798" cy="923330"/>
          </a:xfrm>
          <a:prstGeom prst="rect">
            <a:avLst/>
          </a:prstGeom>
          <a:noFill/>
        </p:spPr>
        <p:txBody>
          <a:bodyPr wrap="square" rtlCol="0">
            <a:spAutoFit/>
          </a:bodyPr>
          <a:lstStyle/>
          <a:p>
            <a:pPr algn="ctr"/>
            <a:r>
              <a:rPr lang="en-US" sz="5400" dirty="0"/>
              <a:t>Methods</a:t>
            </a:r>
          </a:p>
        </p:txBody>
      </p:sp>
      <p:sp>
        <p:nvSpPr>
          <p:cNvPr id="246" name="Rounded Rectangle 245">
            <a:extLst>
              <a:ext uri="{FF2B5EF4-FFF2-40B4-BE49-F238E27FC236}">
                <a16:creationId xmlns:a16="http://schemas.microsoft.com/office/drawing/2014/main" id="{6FFFE753-09EF-E14C-A0EB-94604F17EDA5}"/>
              </a:ext>
            </a:extLst>
          </p:cNvPr>
          <p:cNvSpPr>
            <a:spLocks/>
          </p:cNvSpPr>
          <p:nvPr/>
        </p:nvSpPr>
        <p:spPr>
          <a:xfrm>
            <a:off x="29717992" y="24316193"/>
            <a:ext cx="13258799" cy="944436"/>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3" name="Rounded Rectangle 252">
            <a:extLst>
              <a:ext uri="{FF2B5EF4-FFF2-40B4-BE49-F238E27FC236}">
                <a16:creationId xmlns:a16="http://schemas.microsoft.com/office/drawing/2014/main" id="{A7672DAE-0655-6243-93CD-7A7DF6C6F64A}"/>
              </a:ext>
            </a:extLst>
          </p:cNvPr>
          <p:cNvSpPr>
            <a:spLocks/>
          </p:cNvSpPr>
          <p:nvPr/>
        </p:nvSpPr>
        <p:spPr>
          <a:xfrm>
            <a:off x="14845547" y="16985083"/>
            <a:ext cx="142000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8" name="Rounded Rectangle 247">
            <a:extLst>
              <a:ext uri="{FF2B5EF4-FFF2-40B4-BE49-F238E27FC236}">
                <a16:creationId xmlns:a16="http://schemas.microsoft.com/office/drawing/2014/main" id="{5FCBEACB-C18B-B841-607D-4568991A6387}"/>
              </a:ext>
            </a:extLst>
          </p:cNvPr>
          <p:cNvSpPr>
            <a:spLocks/>
          </p:cNvSpPr>
          <p:nvPr/>
        </p:nvSpPr>
        <p:spPr>
          <a:xfrm>
            <a:off x="14845550" y="4103092"/>
            <a:ext cx="14200094"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TextBox 186">
            <a:extLst>
              <a:ext uri="{FF2B5EF4-FFF2-40B4-BE49-F238E27FC236}">
                <a16:creationId xmlns:a16="http://schemas.microsoft.com/office/drawing/2014/main" id="{A65C9C5D-D561-B61B-70C1-AD770CA74274}"/>
              </a:ext>
            </a:extLst>
          </p:cNvPr>
          <p:cNvSpPr txBox="1"/>
          <p:nvPr/>
        </p:nvSpPr>
        <p:spPr>
          <a:xfrm>
            <a:off x="29717993" y="24376601"/>
            <a:ext cx="13258798" cy="923330"/>
          </a:xfrm>
          <a:prstGeom prst="rect">
            <a:avLst/>
          </a:prstGeom>
          <a:noFill/>
        </p:spPr>
        <p:txBody>
          <a:bodyPr wrap="square" rtlCol="0">
            <a:spAutoFit/>
          </a:bodyPr>
          <a:lstStyle/>
          <a:p>
            <a:pPr algn="ctr"/>
            <a:r>
              <a:rPr lang="en-US" sz="5400" dirty="0"/>
              <a:t>Acknowledgements</a:t>
            </a:r>
          </a:p>
        </p:txBody>
      </p:sp>
      <p:sp>
        <p:nvSpPr>
          <p:cNvPr id="189" name="TextBox 188">
            <a:extLst>
              <a:ext uri="{FF2B5EF4-FFF2-40B4-BE49-F238E27FC236}">
                <a16:creationId xmlns:a16="http://schemas.microsoft.com/office/drawing/2014/main" id="{0E7A06AF-D26A-F432-5473-1D51EAFE3567}"/>
              </a:ext>
            </a:extLst>
          </p:cNvPr>
          <p:cNvSpPr txBox="1"/>
          <p:nvPr/>
        </p:nvSpPr>
        <p:spPr>
          <a:xfrm>
            <a:off x="15316201" y="4106624"/>
            <a:ext cx="13258798" cy="923330"/>
          </a:xfrm>
          <a:prstGeom prst="rect">
            <a:avLst/>
          </a:prstGeom>
          <a:noFill/>
        </p:spPr>
        <p:txBody>
          <a:bodyPr wrap="square" rtlCol="0">
            <a:spAutoFit/>
          </a:bodyPr>
          <a:lstStyle/>
          <a:p>
            <a:pPr algn="ctr"/>
            <a:r>
              <a:rPr lang="en-US" sz="5400" dirty="0"/>
              <a:t>Workflow</a:t>
            </a:r>
          </a:p>
        </p:txBody>
      </p:sp>
      <p:sp>
        <p:nvSpPr>
          <p:cNvPr id="190" name="TextBox 189">
            <a:extLst>
              <a:ext uri="{FF2B5EF4-FFF2-40B4-BE49-F238E27FC236}">
                <a16:creationId xmlns:a16="http://schemas.microsoft.com/office/drawing/2014/main" id="{4646CB48-30C8-887F-9D3D-85F4FAFBA30C}"/>
              </a:ext>
            </a:extLst>
          </p:cNvPr>
          <p:cNvSpPr txBox="1"/>
          <p:nvPr/>
        </p:nvSpPr>
        <p:spPr>
          <a:xfrm>
            <a:off x="15193941" y="17000287"/>
            <a:ext cx="13258798" cy="923330"/>
          </a:xfrm>
          <a:prstGeom prst="rect">
            <a:avLst/>
          </a:prstGeom>
          <a:noFill/>
        </p:spPr>
        <p:txBody>
          <a:bodyPr wrap="square" rtlCol="0">
            <a:spAutoFit/>
          </a:bodyPr>
          <a:lstStyle/>
          <a:p>
            <a:pPr algn="ctr"/>
            <a:r>
              <a:rPr lang="en-US" sz="5400" dirty="0"/>
              <a:t>Workflow (SBML generation)</a:t>
            </a:r>
          </a:p>
        </p:txBody>
      </p:sp>
      <p:pic>
        <p:nvPicPr>
          <p:cNvPr id="194" name="Picture 193">
            <a:extLst>
              <a:ext uri="{FF2B5EF4-FFF2-40B4-BE49-F238E27FC236}">
                <a16:creationId xmlns:a16="http://schemas.microsoft.com/office/drawing/2014/main" id="{EB3DDD32-A322-63F6-F54A-D9AB3E5266A3}"/>
              </a:ext>
            </a:extLst>
          </p:cNvPr>
          <p:cNvPicPr>
            <a:picLocks noChangeAspect="1"/>
          </p:cNvPicPr>
          <p:nvPr/>
        </p:nvPicPr>
        <p:blipFill>
          <a:blip r:embed="rId4"/>
          <a:stretch>
            <a:fillRect/>
          </a:stretch>
        </p:blipFill>
        <p:spPr>
          <a:xfrm>
            <a:off x="15316201" y="5415189"/>
            <a:ext cx="5046787" cy="4031944"/>
          </a:xfrm>
          <a:prstGeom prst="rect">
            <a:avLst/>
          </a:prstGeom>
        </p:spPr>
      </p:pic>
      <p:pic>
        <p:nvPicPr>
          <p:cNvPr id="196" name="Picture 195">
            <a:extLst>
              <a:ext uri="{FF2B5EF4-FFF2-40B4-BE49-F238E27FC236}">
                <a16:creationId xmlns:a16="http://schemas.microsoft.com/office/drawing/2014/main" id="{5C14C2E8-1864-1EAC-CB3D-1D86C304F33D}"/>
              </a:ext>
            </a:extLst>
          </p:cNvPr>
          <p:cNvPicPr>
            <a:picLocks noChangeAspect="1"/>
          </p:cNvPicPr>
          <p:nvPr/>
        </p:nvPicPr>
        <p:blipFill>
          <a:blip r:embed="rId5"/>
          <a:stretch>
            <a:fillRect/>
          </a:stretch>
        </p:blipFill>
        <p:spPr>
          <a:xfrm>
            <a:off x="22935194" y="5251280"/>
            <a:ext cx="5417911" cy="5303367"/>
          </a:xfrm>
          <a:prstGeom prst="rect">
            <a:avLst/>
          </a:prstGeom>
        </p:spPr>
      </p:pic>
      <p:pic>
        <p:nvPicPr>
          <p:cNvPr id="198" name="Picture 197">
            <a:extLst>
              <a:ext uri="{FF2B5EF4-FFF2-40B4-BE49-F238E27FC236}">
                <a16:creationId xmlns:a16="http://schemas.microsoft.com/office/drawing/2014/main" id="{B07247A4-A2CB-7ED3-239B-FAF1B2A9068D}"/>
              </a:ext>
            </a:extLst>
          </p:cNvPr>
          <p:cNvPicPr>
            <a:picLocks noChangeAspect="1"/>
          </p:cNvPicPr>
          <p:nvPr/>
        </p:nvPicPr>
        <p:blipFill>
          <a:blip r:embed="rId6"/>
          <a:stretch>
            <a:fillRect/>
          </a:stretch>
        </p:blipFill>
        <p:spPr>
          <a:xfrm>
            <a:off x="15386958" y="11225641"/>
            <a:ext cx="9952059" cy="4775815"/>
          </a:xfrm>
          <a:prstGeom prst="rect">
            <a:avLst/>
          </a:prstGeom>
        </p:spPr>
      </p:pic>
      <p:sp>
        <p:nvSpPr>
          <p:cNvPr id="205" name="Right Arrow 204">
            <a:extLst>
              <a:ext uri="{FF2B5EF4-FFF2-40B4-BE49-F238E27FC236}">
                <a16:creationId xmlns:a16="http://schemas.microsoft.com/office/drawing/2014/main" id="{4953F5DB-97C7-0962-649E-7C6BEB5B593A}"/>
              </a:ext>
            </a:extLst>
          </p:cNvPr>
          <p:cNvSpPr/>
          <p:nvPr/>
        </p:nvSpPr>
        <p:spPr>
          <a:xfrm rot="5400000">
            <a:off x="17200883" y="9856873"/>
            <a:ext cx="1277420" cy="95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ight Arrow 205">
            <a:extLst>
              <a:ext uri="{FF2B5EF4-FFF2-40B4-BE49-F238E27FC236}">
                <a16:creationId xmlns:a16="http://schemas.microsoft.com/office/drawing/2014/main" id="{4FFDFCB2-87A5-77D1-42DF-1A2737C8D308}"/>
              </a:ext>
            </a:extLst>
          </p:cNvPr>
          <p:cNvSpPr/>
          <p:nvPr/>
        </p:nvSpPr>
        <p:spPr>
          <a:xfrm>
            <a:off x="20657976" y="7064089"/>
            <a:ext cx="1985455" cy="923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8" name="Picture 207">
            <a:extLst>
              <a:ext uri="{FF2B5EF4-FFF2-40B4-BE49-F238E27FC236}">
                <a16:creationId xmlns:a16="http://schemas.microsoft.com/office/drawing/2014/main" id="{6CA8ACC8-D8ED-D3A7-800E-6BDC2EC3A195}"/>
              </a:ext>
            </a:extLst>
          </p:cNvPr>
          <p:cNvPicPr>
            <a:picLocks noChangeAspect="1"/>
          </p:cNvPicPr>
          <p:nvPr/>
        </p:nvPicPr>
        <p:blipFill>
          <a:blip r:embed="rId7"/>
          <a:stretch>
            <a:fillRect/>
          </a:stretch>
        </p:blipFill>
        <p:spPr>
          <a:xfrm>
            <a:off x="15392499" y="18147528"/>
            <a:ext cx="2342617" cy="4714067"/>
          </a:xfrm>
          <a:prstGeom prst="rect">
            <a:avLst/>
          </a:prstGeom>
        </p:spPr>
      </p:pic>
      <p:sp>
        <p:nvSpPr>
          <p:cNvPr id="214" name="Right Arrow 213">
            <a:extLst>
              <a:ext uri="{FF2B5EF4-FFF2-40B4-BE49-F238E27FC236}">
                <a16:creationId xmlns:a16="http://schemas.microsoft.com/office/drawing/2014/main" id="{8B5F32CD-4A4C-6C8D-BBE1-D02E6B2235F9}"/>
              </a:ext>
            </a:extLst>
          </p:cNvPr>
          <p:cNvSpPr/>
          <p:nvPr/>
        </p:nvSpPr>
        <p:spPr>
          <a:xfrm>
            <a:off x="17957331" y="19711178"/>
            <a:ext cx="1604864" cy="923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6" name="Picture 215">
            <a:extLst>
              <a:ext uri="{FF2B5EF4-FFF2-40B4-BE49-F238E27FC236}">
                <a16:creationId xmlns:a16="http://schemas.microsoft.com/office/drawing/2014/main" id="{3AA4BFD1-8F71-982F-02EC-0265933FA317}"/>
              </a:ext>
            </a:extLst>
          </p:cNvPr>
          <p:cNvPicPr>
            <a:picLocks noChangeAspect="1"/>
          </p:cNvPicPr>
          <p:nvPr/>
        </p:nvPicPr>
        <p:blipFill>
          <a:blip r:embed="rId8"/>
          <a:stretch>
            <a:fillRect/>
          </a:stretch>
        </p:blipFill>
        <p:spPr>
          <a:xfrm>
            <a:off x="19832968" y="19729108"/>
            <a:ext cx="8309961" cy="923329"/>
          </a:xfrm>
          <a:prstGeom prst="rect">
            <a:avLst/>
          </a:prstGeom>
        </p:spPr>
      </p:pic>
      <p:sp>
        <p:nvSpPr>
          <p:cNvPr id="217" name="Right Arrow 216">
            <a:extLst>
              <a:ext uri="{FF2B5EF4-FFF2-40B4-BE49-F238E27FC236}">
                <a16:creationId xmlns:a16="http://schemas.microsoft.com/office/drawing/2014/main" id="{DEE19F9D-F8EA-2707-C27E-AE45BA7835B4}"/>
              </a:ext>
            </a:extLst>
          </p:cNvPr>
          <p:cNvSpPr/>
          <p:nvPr/>
        </p:nvSpPr>
        <p:spPr>
          <a:xfrm rot="5400000">
            <a:off x="23325871" y="21016285"/>
            <a:ext cx="1324154" cy="923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6" name="Picture 225">
            <a:extLst>
              <a:ext uri="{FF2B5EF4-FFF2-40B4-BE49-F238E27FC236}">
                <a16:creationId xmlns:a16="http://schemas.microsoft.com/office/drawing/2014/main" id="{69E45FAD-D1B7-CE31-322D-DB03C32A88EE}"/>
              </a:ext>
            </a:extLst>
          </p:cNvPr>
          <p:cNvPicPr>
            <a:picLocks noChangeAspect="1"/>
          </p:cNvPicPr>
          <p:nvPr/>
        </p:nvPicPr>
        <p:blipFill>
          <a:blip r:embed="rId9"/>
          <a:stretch>
            <a:fillRect/>
          </a:stretch>
        </p:blipFill>
        <p:spPr>
          <a:xfrm>
            <a:off x="20330559" y="22816342"/>
            <a:ext cx="7550369" cy="3734590"/>
          </a:xfrm>
          <a:prstGeom prst="rect">
            <a:avLst/>
          </a:prstGeom>
        </p:spPr>
      </p:pic>
      <p:pic>
        <p:nvPicPr>
          <p:cNvPr id="228" name="Picture 227">
            <a:extLst>
              <a:ext uri="{FF2B5EF4-FFF2-40B4-BE49-F238E27FC236}">
                <a16:creationId xmlns:a16="http://schemas.microsoft.com/office/drawing/2014/main" id="{5933D8C4-18B9-2574-45F6-BB052437CD27}"/>
              </a:ext>
            </a:extLst>
          </p:cNvPr>
          <p:cNvPicPr>
            <a:picLocks noChangeAspect="1"/>
          </p:cNvPicPr>
          <p:nvPr/>
        </p:nvPicPr>
        <p:blipFill>
          <a:blip r:embed="rId10"/>
          <a:stretch>
            <a:fillRect/>
          </a:stretch>
        </p:blipFill>
        <p:spPr>
          <a:xfrm>
            <a:off x="16226117" y="27471887"/>
            <a:ext cx="5542735" cy="4213197"/>
          </a:xfrm>
          <a:prstGeom prst="rect">
            <a:avLst/>
          </a:prstGeom>
        </p:spPr>
      </p:pic>
      <p:pic>
        <p:nvPicPr>
          <p:cNvPr id="230" name="Picture 229">
            <a:extLst>
              <a:ext uri="{FF2B5EF4-FFF2-40B4-BE49-F238E27FC236}">
                <a16:creationId xmlns:a16="http://schemas.microsoft.com/office/drawing/2014/main" id="{F1E8A8CE-A77C-8EC8-6B97-190E27F3C2BF}"/>
              </a:ext>
            </a:extLst>
          </p:cNvPr>
          <p:cNvPicPr>
            <a:picLocks noChangeAspect="1"/>
          </p:cNvPicPr>
          <p:nvPr/>
        </p:nvPicPr>
        <p:blipFill>
          <a:blip r:embed="rId11"/>
          <a:stretch>
            <a:fillRect/>
          </a:stretch>
        </p:blipFill>
        <p:spPr>
          <a:xfrm>
            <a:off x="21945600" y="27436029"/>
            <a:ext cx="6040210" cy="4339280"/>
          </a:xfrm>
          <a:prstGeom prst="rect">
            <a:avLst/>
          </a:prstGeom>
        </p:spPr>
      </p:pic>
      <p:sp>
        <p:nvSpPr>
          <p:cNvPr id="231" name="Bent-Up Arrow 230">
            <a:extLst>
              <a:ext uri="{FF2B5EF4-FFF2-40B4-BE49-F238E27FC236}">
                <a16:creationId xmlns:a16="http://schemas.microsoft.com/office/drawing/2014/main" id="{48B1DFD8-6F3A-8499-7C9F-EC716BD737A9}"/>
              </a:ext>
            </a:extLst>
          </p:cNvPr>
          <p:cNvSpPr/>
          <p:nvPr/>
        </p:nvSpPr>
        <p:spPr>
          <a:xfrm rot="10800000">
            <a:off x="17785916" y="24402079"/>
            <a:ext cx="2162246" cy="2253352"/>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TextBox 231">
            <a:extLst>
              <a:ext uri="{FF2B5EF4-FFF2-40B4-BE49-F238E27FC236}">
                <a16:creationId xmlns:a16="http://schemas.microsoft.com/office/drawing/2014/main" id="{D2E440FF-DC0B-52F5-05E0-736AEECBD51A}"/>
              </a:ext>
            </a:extLst>
          </p:cNvPr>
          <p:cNvSpPr txBox="1"/>
          <p:nvPr/>
        </p:nvSpPr>
        <p:spPr>
          <a:xfrm>
            <a:off x="1314450" y="5120396"/>
            <a:ext cx="12553948" cy="10988643"/>
          </a:xfrm>
          <a:prstGeom prst="rect">
            <a:avLst/>
          </a:prstGeom>
          <a:noFill/>
        </p:spPr>
        <p:txBody>
          <a:bodyPr wrap="square" rtlCol="0">
            <a:noAutofit/>
          </a:bodyPr>
          <a:lstStyle/>
          <a:p>
            <a:pPr marL="457200" indent="-457200">
              <a:buFont typeface="Arial" panose="020B0604020202020204" pitchFamily="34" charset="0"/>
              <a:buChar char="•"/>
            </a:pPr>
            <a:r>
              <a:rPr lang="en-US" sz="3400" dirty="0"/>
              <a:t>Many molecular and cellular biologists rely on computational models or tools to simulate biological processes, such as signaling pathways, for a variety of reasons. Some may do so:</a:t>
            </a:r>
          </a:p>
          <a:p>
            <a:pPr marL="914400" lvl="1" indent="-457200">
              <a:buFont typeface="Courier New" panose="02070309020205020404" pitchFamily="49" charset="0"/>
              <a:buChar char="o"/>
            </a:pPr>
            <a:r>
              <a:rPr lang="en-US" sz="3400" dirty="0"/>
              <a:t>In the pursuit of quantitative biology</a:t>
            </a:r>
            <a:r>
              <a:rPr lang="en-US" sz="3400" baseline="30000" dirty="0"/>
              <a:t>1</a:t>
            </a:r>
            <a:r>
              <a:rPr lang="en-US" sz="3400" dirty="0"/>
              <a:t> </a:t>
            </a:r>
          </a:p>
          <a:p>
            <a:pPr marL="914400" lvl="1" indent="-457200">
              <a:buFont typeface="Courier New" panose="02070309020205020404" pitchFamily="49" charset="0"/>
              <a:buChar char="o"/>
            </a:pPr>
            <a:r>
              <a:rPr lang="en-US" sz="3400" dirty="0"/>
              <a:t>As a way around traditional barriers of time or cost, amongst other things, in relation to laboratory experiments</a:t>
            </a:r>
          </a:p>
          <a:p>
            <a:pPr marL="457200" indent="-457200">
              <a:buFont typeface="Arial" panose="020B0604020202020204" pitchFamily="34" charset="0"/>
              <a:buChar char="•"/>
            </a:pPr>
            <a:r>
              <a:rPr lang="en-US" sz="3400" dirty="0"/>
              <a:t>Tools such as the </a:t>
            </a:r>
            <a:r>
              <a:rPr lang="en-US" sz="3400" i="1" dirty="0" err="1"/>
              <a:t>BioNetGen</a:t>
            </a:r>
            <a:r>
              <a:rPr lang="en-US" sz="3400" dirty="0"/>
              <a:t> and </a:t>
            </a:r>
            <a:r>
              <a:rPr lang="en-US" sz="3400" i="1" dirty="0"/>
              <a:t>Simmune</a:t>
            </a:r>
            <a:r>
              <a:rPr lang="en-US" sz="3400" dirty="0"/>
              <a:t> accomplish this well, allowing users to model reaction pathways, design cells, and simulate their behavior, all from their computer</a:t>
            </a:r>
            <a:r>
              <a:rPr lang="en-US" sz="3400" baseline="30000" dirty="0"/>
              <a:t>2</a:t>
            </a:r>
            <a:r>
              <a:rPr lang="en-US" sz="3400" dirty="0"/>
              <a:t>. </a:t>
            </a:r>
          </a:p>
          <a:p>
            <a:endParaRPr lang="en-US" sz="3400" dirty="0"/>
          </a:p>
          <a:p>
            <a:pPr marL="457200" indent="-457200">
              <a:buFont typeface="Arial" panose="020B0604020202020204" pitchFamily="34" charset="0"/>
              <a:buChar char="•"/>
            </a:pPr>
            <a:r>
              <a:rPr lang="en-US" sz="3400" dirty="0"/>
              <a:t>However, in relation to </a:t>
            </a:r>
            <a:r>
              <a:rPr lang="en-US" sz="3400" i="1" dirty="0"/>
              <a:t>Simmune</a:t>
            </a:r>
            <a:r>
              <a:rPr lang="en-US" sz="3400" dirty="0"/>
              <a:t> specifically, which utilizes the Systems Biology Markup Language (SBML) standard and Multi package for importing and exporting, a lack of knowledge of this standard or XML in general may limit the user’s capability to fully use the software. We propose </a:t>
            </a:r>
            <a:r>
              <a:rPr lang="en-US" sz="3400" i="1" dirty="0"/>
              <a:t>SBML Multi Generation Wizard </a:t>
            </a:r>
            <a:r>
              <a:rPr lang="en-US" sz="3400" dirty="0"/>
              <a:t>to bridge this gap. The wizard allows users to:</a:t>
            </a:r>
          </a:p>
          <a:p>
            <a:pPr marL="971550" lvl="1" indent="-514350">
              <a:buFont typeface="+mj-lt"/>
              <a:buAutoNum type="arabicPeriod"/>
            </a:pPr>
            <a:r>
              <a:rPr lang="en-US" sz="3400" dirty="0"/>
              <a:t>Upload photos of cell signaling pathways to generate SBML Multi files using a large language model (LLM) workflow</a:t>
            </a:r>
          </a:p>
          <a:p>
            <a:pPr marL="971550" lvl="1" indent="-514350">
              <a:buFont typeface="+mj-lt"/>
              <a:buAutoNum type="arabicPeriod"/>
            </a:pPr>
            <a:r>
              <a:rPr lang="en-US" sz="3400" dirty="0"/>
              <a:t>Validate and explain errors and insights within the file</a:t>
            </a:r>
          </a:p>
          <a:p>
            <a:pPr marL="971550" lvl="1" indent="-514350">
              <a:buFont typeface="+mj-lt"/>
              <a:buAutoNum type="arabicPeriod"/>
            </a:pPr>
            <a:r>
              <a:rPr lang="en-US" sz="3400" dirty="0"/>
              <a:t>Ask questions about SBML Multi in the wizard’s secondary Q&amp;A mode.</a:t>
            </a:r>
          </a:p>
          <a:p>
            <a:pPr algn="just"/>
            <a:endParaRPr lang="en-US" sz="3400" dirty="0"/>
          </a:p>
          <a:p>
            <a:r>
              <a:rPr lang="en-US" sz="3400" dirty="0"/>
              <a:t> </a:t>
            </a:r>
          </a:p>
          <a:p>
            <a:pPr algn="just"/>
            <a:endParaRPr lang="en-US" sz="3400" dirty="0"/>
          </a:p>
        </p:txBody>
      </p:sp>
      <p:sp>
        <p:nvSpPr>
          <p:cNvPr id="233" name="TextBox 232">
            <a:extLst>
              <a:ext uri="{FF2B5EF4-FFF2-40B4-BE49-F238E27FC236}">
                <a16:creationId xmlns:a16="http://schemas.microsoft.com/office/drawing/2014/main" id="{1EE8D2AD-06B1-16C1-47A8-322745164E9C}"/>
              </a:ext>
            </a:extLst>
          </p:cNvPr>
          <p:cNvSpPr txBox="1"/>
          <p:nvPr/>
        </p:nvSpPr>
        <p:spPr>
          <a:xfrm>
            <a:off x="30141351" y="25362843"/>
            <a:ext cx="12856025" cy="6555641"/>
          </a:xfrm>
          <a:prstGeom prst="rect">
            <a:avLst/>
          </a:prstGeom>
          <a:noFill/>
        </p:spPr>
        <p:txBody>
          <a:bodyPr wrap="square" rtlCol="0">
            <a:spAutoFit/>
          </a:bodyPr>
          <a:lstStyle/>
          <a:p>
            <a:r>
              <a:rPr lang="en-US" sz="3000" dirty="0"/>
              <a:t>I want to give special thanks to Fengkai Zhang, Martin Meier-Schellersheim, and Thorsten Prüstel for their incredible and friendly mentorship and guidance throughout my time here. I would like to thank the Laboratory of Immune System Biology, Division of Intramural Research, NIAID, and NIH for allowing me the opportunity to engage with this research and for supporting me throughout the process. </a:t>
            </a:r>
          </a:p>
          <a:p>
            <a:endParaRPr lang="en-US" sz="3000" dirty="0"/>
          </a:p>
          <a:p>
            <a:r>
              <a:rPr lang="en-US" sz="3000" dirty="0"/>
              <a:t>A special thank you as well to Miranda Knox, Kim Bradley, Adele Bartha, Angela Harris, Brandi Clarke, and DPSAC in their assistance regarding onboarding tasks and paperwork, and to the IT teams for their help in technology installation and setup. Thank you to OITE and NIAID ORTD in organizing orientation and other useful events for interns. A big thanks to NIAID RTB Biological Imaging for helping out with poster printing, and to Building 4 Housekeeping for keeping the building and offices tidy for us. </a:t>
            </a:r>
          </a:p>
        </p:txBody>
      </p:sp>
      <p:sp>
        <p:nvSpPr>
          <p:cNvPr id="237" name="TextBox 236">
            <a:extLst>
              <a:ext uri="{FF2B5EF4-FFF2-40B4-BE49-F238E27FC236}">
                <a16:creationId xmlns:a16="http://schemas.microsoft.com/office/drawing/2014/main" id="{0DCEB9D5-29AE-D690-9FC9-0EDC4CD1D565}"/>
              </a:ext>
            </a:extLst>
          </p:cNvPr>
          <p:cNvSpPr txBox="1"/>
          <p:nvPr/>
        </p:nvSpPr>
        <p:spPr>
          <a:xfrm>
            <a:off x="14513769" y="22961905"/>
            <a:ext cx="4138418" cy="523220"/>
          </a:xfrm>
          <a:prstGeom prst="rect">
            <a:avLst/>
          </a:prstGeom>
          <a:noFill/>
        </p:spPr>
        <p:txBody>
          <a:bodyPr wrap="square" rtlCol="0">
            <a:spAutoFit/>
          </a:bodyPr>
          <a:lstStyle/>
          <a:p>
            <a:pPr algn="ctr"/>
            <a:r>
              <a:rPr lang="en-US" sz="2800" dirty="0"/>
              <a:t>1. User selects image</a:t>
            </a:r>
          </a:p>
        </p:txBody>
      </p:sp>
      <p:sp>
        <p:nvSpPr>
          <p:cNvPr id="238" name="TextBox 237">
            <a:extLst>
              <a:ext uri="{FF2B5EF4-FFF2-40B4-BE49-F238E27FC236}">
                <a16:creationId xmlns:a16="http://schemas.microsoft.com/office/drawing/2014/main" id="{6A5109D9-585E-FEEF-60AA-6176C1A62DD0}"/>
              </a:ext>
            </a:extLst>
          </p:cNvPr>
          <p:cNvSpPr txBox="1"/>
          <p:nvPr/>
        </p:nvSpPr>
        <p:spPr>
          <a:xfrm>
            <a:off x="20481589" y="19205888"/>
            <a:ext cx="7248307" cy="523220"/>
          </a:xfrm>
          <a:prstGeom prst="rect">
            <a:avLst/>
          </a:prstGeom>
          <a:noFill/>
        </p:spPr>
        <p:txBody>
          <a:bodyPr wrap="square" rtlCol="0">
            <a:spAutoFit/>
          </a:bodyPr>
          <a:lstStyle/>
          <a:p>
            <a:pPr algn="ctr"/>
            <a:r>
              <a:rPr lang="en-US" sz="2800" dirty="0"/>
              <a:t>2. User inputs image</a:t>
            </a:r>
          </a:p>
        </p:txBody>
      </p:sp>
      <p:sp>
        <p:nvSpPr>
          <p:cNvPr id="239" name="TextBox 238">
            <a:extLst>
              <a:ext uri="{FF2B5EF4-FFF2-40B4-BE49-F238E27FC236}">
                <a16:creationId xmlns:a16="http://schemas.microsoft.com/office/drawing/2014/main" id="{ADD1067B-3A09-402E-DF66-A6E7D1F1F1BC}"/>
              </a:ext>
            </a:extLst>
          </p:cNvPr>
          <p:cNvSpPr txBox="1"/>
          <p:nvPr/>
        </p:nvSpPr>
        <p:spPr>
          <a:xfrm>
            <a:off x="20137572" y="22216574"/>
            <a:ext cx="7936342" cy="523220"/>
          </a:xfrm>
          <a:prstGeom prst="rect">
            <a:avLst/>
          </a:prstGeom>
          <a:noFill/>
        </p:spPr>
        <p:txBody>
          <a:bodyPr wrap="square" rtlCol="0">
            <a:spAutoFit/>
          </a:bodyPr>
          <a:lstStyle/>
          <a:p>
            <a:pPr algn="ctr"/>
            <a:r>
              <a:rPr lang="en-US" sz="2800" dirty="0"/>
              <a:t>3. SBML Multi file generated (optional validation)</a:t>
            </a:r>
          </a:p>
        </p:txBody>
      </p:sp>
      <p:sp>
        <p:nvSpPr>
          <p:cNvPr id="240" name="TextBox 239">
            <a:extLst>
              <a:ext uri="{FF2B5EF4-FFF2-40B4-BE49-F238E27FC236}">
                <a16:creationId xmlns:a16="http://schemas.microsoft.com/office/drawing/2014/main" id="{E93AC6ED-5F08-E94B-C039-9CB8E3DA7B38}"/>
              </a:ext>
            </a:extLst>
          </p:cNvPr>
          <p:cNvSpPr txBox="1"/>
          <p:nvPr/>
        </p:nvSpPr>
        <p:spPr>
          <a:xfrm>
            <a:off x="16928082" y="26872120"/>
            <a:ext cx="10035033" cy="523220"/>
          </a:xfrm>
          <a:prstGeom prst="rect">
            <a:avLst/>
          </a:prstGeom>
          <a:noFill/>
        </p:spPr>
        <p:txBody>
          <a:bodyPr wrap="square" rtlCol="0">
            <a:spAutoFit/>
          </a:bodyPr>
          <a:lstStyle/>
          <a:p>
            <a:pPr algn="ctr"/>
            <a:r>
              <a:rPr lang="en-US" sz="2800" dirty="0"/>
              <a:t>4. Multi file is imported into Simmune for user to interact with</a:t>
            </a:r>
          </a:p>
        </p:txBody>
      </p:sp>
      <p:sp>
        <p:nvSpPr>
          <p:cNvPr id="242" name="TextBox 241">
            <a:extLst>
              <a:ext uri="{FF2B5EF4-FFF2-40B4-BE49-F238E27FC236}">
                <a16:creationId xmlns:a16="http://schemas.microsoft.com/office/drawing/2014/main" id="{CB0EE5E9-F8F4-7DBF-1953-27E6F9DFB6AC}"/>
              </a:ext>
            </a:extLst>
          </p:cNvPr>
          <p:cNvSpPr txBox="1">
            <a:spLocks noGrp="1" noRot="1" noMove="1" noResize="1" noEditPoints="1" noAdjustHandles="1" noChangeArrowheads="1" noChangeShapeType="1"/>
          </p:cNvSpPr>
          <p:nvPr/>
        </p:nvSpPr>
        <p:spPr>
          <a:xfrm>
            <a:off x="1322796" y="18040993"/>
            <a:ext cx="12553948" cy="13734315"/>
          </a:xfrm>
          <a:prstGeom prst="rect">
            <a:avLst/>
          </a:prstGeom>
          <a:noFill/>
        </p:spPr>
        <p:txBody>
          <a:bodyPr wrap="square" rtlCol="0">
            <a:noAutofit/>
          </a:bodyPr>
          <a:lstStyle/>
          <a:p>
            <a:pPr marL="457200" indent="-457200">
              <a:buFont typeface="Arial" panose="020B0604020202020204" pitchFamily="34" charset="0"/>
              <a:buChar char="•"/>
            </a:pPr>
            <a:r>
              <a:rPr lang="en-US" sz="3400" dirty="0"/>
              <a:t>A combination of programming languages, libraries, and large-language models were used to make the wizard.</a:t>
            </a:r>
          </a:p>
          <a:p>
            <a:pPr marL="914400" lvl="1" indent="-457200">
              <a:buFont typeface="Courier New" panose="02070309020205020404" pitchFamily="49" charset="0"/>
              <a:buChar char="o"/>
            </a:pPr>
            <a:r>
              <a:rPr lang="en-US" sz="3400" dirty="0"/>
              <a:t>Programming languages</a:t>
            </a:r>
          </a:p>
          <a:p>
            <a:pPr marL="1371600" lvl="2" indent="-457200">
              <a:buFont typeface="Wingdings" pitchFamily="2" charset="2"/>
              <a:buChar char="§"/>
            </a:pPr>
            <a:r>
              <a:rPr lang="en-US" sz="3400" dirty="0"/>
              <a:t>Python</a:t>
            </a:r>
          </a:p>
          <a:p>
            <a:pPr marL="914400" lvl="1" indent="-457200">
              <a:buFont typeface="Courier New" panose="02070309020205020404" pitchFamily="49" charset="0"/>
              <a:buChar char="o"/>
            </a:pPr>
            <a:r>
              <a:rPr lang="en-US" sz="3400" dirty="0"/>
              <a:t>3</a:t>
            </a:r>
            <a:r>
              <a:rPr lang="en-US" sz="3400" baseline="30000" dirty="0"/>
              <a:t>rd</a:t>
            </a:r>
            <a:r>
              <a:rPr lang="en-US" sz="3400" dirty="0"/>
              <a:t> party libraries</a:t>
            </a:r>
          </a:p>
          <a:p>
            <a:pPr marL="1371600" lvl="2" indent="-457200">
              <a:buFont typeface="Wingdings" pitchFamily="2" charset="2"/>
              <a:buChar char="§"/>
            </a:pPr>
            <a:r>
              <a:rPr lang="en-US" sz="3400" dirty="0"/>
              <a:t>Ollama, PyMuPDF, NumPy, PySimpleGUI, libSBML,  LangChain (other libraries used but played a minor role)</a:t>
            </a:r>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914400" lvl="1" indent="-457200">
              <a:buFont typeface="Courier New" panose="02070309020205020404" pitchFamily="49" charset="0"/>
              <a:buChar char="o"/>
            </a:pPr>
            <a:r>
              <a:rPr lang="en-US" sz="3400" dirty="0"/>
              <a:t>Large-language models</a:t>
            </a:r>
          </a:p>
          <a:p>
            <a:pPr marL="1371600" lvl="2" indent="-457200">
              <a:buFont typeface="Wingdings" pitchFamily="2" charset="2"/>
              <a:buChar char="§"/>
            </a:pPr>
            <a:r>
              <a:rPr lang="en-US" sz="3400" dirty="0"/>
              <a:t>gemma3:4b, qwen3-embedding:8b, GPT 5.5 (high)</a:t>
            </a:r>
          </a:p>
          <a:p>
            <a:pPr lvl="2"/>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marL="1371600" lvl="2" indent="-457200">
              <a:buFont typeface="Wingdings" pitchFamily="2" charset="2"/>
              <a:buChar char="§"/>
            </a:pPr>
            <a:endParaRPr lang="en-US" sz="3400" dirty="0"/>
          </a:p>
          <a:p>
            <a:pPr lvl="2"/>
            <a:endParaRPr lang="en-US" sz="3400" dirty="0"/>
          </a:p>
        </p:txBody>
      </p:sp>
      <p:sp>
        <p:nvSpPr>
          <p:cNvPr id="247" name="Rounded Rectangle 246">
            <a:extLst>
              <a:ext uri="{FF2B5EF4-FFF2-40B4-BE49-F238E27FC236}">
                <a16:creationId xmlns:a16="http://schemas.microsoft.com/office/drawing/2014/main" id="{F83E1106-3E4F-8CFA-0992-7D0B92406C83}"/>
              </a:ext>
            </a:extLst>
          </p:cNvPr>
          <p:cNvSpPr>
            <a:spLocks/>
          </p:cNvSpPr>
          <p:nvPr/>
        </p:nvSpPr>
        <p:spPr>
          <a:xfrm>
            <a:off x="29717995" y="4118958"/>
            <a:ext cx="13315957" cy="94238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ounded Rectangle 233">
            <a:extLst>
              <a:ext uri="{FF2B5EF4-FFF2-40B4-BE49-F238E27FC236}">
                <a16:creationId xmlns:a16="http://schemas.microsoft.com/office/drawing/2014/main" id="{BC4FB7F6-1094-4D0E-4942-AB98753EA6DA}"/>
              </a:ext>
            </a:extLst>
          </p:cNvPr>
          <p:cNvSpPr>
            <a:spLocks/>
          </p:cNvSpPr>
          <p:nvPr/>
        </p:nvSpPr>
        <p:spPr>
          <a:xfrm>
            <a:off x="29691687" y="15574348"/>
            <a:ext cx="13305067" cy="8200052"/>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Rounded Rectangle 244">
            <a:extLst>
              <a:ext uri="{FF2B5EF4-FFF2-40B4-BE49-F238E27FC236}">
                <a16:creationId xmlns:a16="http://schemas.microsoft.com/office/drawing/2014/main" id="{EC825874-7D81-E66A-F795-3A4F73D88D44}"/>
              </a:ext>
            </a:extLst>
          </p:cNvPr>
          <p:cNvSpPr>
            <a:spLocks/>
          </p:cNvSpPr>
          <p:nvPr/>
        </p:nvSpPr>
        <p:spPr>
          <a:xfrm>
            <a:off x="29692457" y="15555675"/>
            <a:ext cx="133042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a:extLst>
              <a:ext uri="{FF2B5EF4-FFF2-40B4-BE49-F238E27FC236}">
                <a16:creationId xmlns:a16="http://schemas.microsoft.com/office/drawing/2014/main" id="{8C1A98F8-1D3E-01BA-D158-6B935C8F83E8}"/>
              </a:ext>
            </a:extLst>
          </p:cNvPr>
          <p:cNvSpPr txBox="1"/>
          <p:nvPr/>
        </p:nvSpPr>
        <p:spPr>
          <a:xfrm>
            <a:off x="29717993" y="15552541"/>
            <a:ext cx="13305066" cy="923330"/>
          </a:xfrm>
          <a:prstGeom prst="rect">
            <a:avLst/>
          </a:prstGeom>
          <a:noFill/>
        </p:spPr>
        <p:txBody>
          <a:bodyPr wrap="square" rtlCol="0">
            <a:spAutoFit/>
          </a:bodyPr>
          <a:lstStyle/>
          <a:p>
            <a:pPr algn="ctr"/>
            <a:r>
              <a:rPr lang="en-US" sz="5400" dirty="0"/>
              <a:t>Conclusion &amp; Future Work</a:t>
            </a:r>
          </a:p>
        </p:txBody>
      </p:sp>
      <p:sp>
        <p:nvSpPr>
          <p:cNvPr id="185" name="TextBox 184">
            <a:extLst>
              <a:ext uri="{FF2B5EF4-FFF2-40B4-BE49-F238E27FC236}">
                <a16:creationId xmlns:a16="http://schemas.microsoft.com/office/drawing/2014/main" id="{C53C1DBA-109E-C57A-6490-907977102308}"/>
              </a:ext>
            </a:extLst>
          </p:cNvPr>
          <p:cNvSpPr txBox="1"/>
          <p:nvPr/>
        </p:nvSpPr>
        <p:spPr>
          <a:xfrm>
            <a:off x="29691687" y="4119232"/>
            <a:ext cx="13319405" cy="923330"/>
          </a:xfrm>
          <a:prstGeom prst="rect">
            <a:avLst/>
          </a:prstGeom>
          <a:noFill/>
        </p:spPr>
        <p:txBody>
          <a:bodyPr wrap="square" rtlCol="0">
            <a:spAutoFit/>
          </a:bodyPr>
          <a:lstStyle/>
          <a:p>
            <a:pPr algn="ctr"/>
            <a:r>
              <a:rPr lang="en-US" sz="5400" dirty="0"/>
              <a:t>Methods (cont.)</a:t>
            </a:r>
          </a:p>
        </p:txBody>
      </p:sp>
      <p:pic>
        <p:nvPicPr>
          <p:cNvPr id="3" name="Graphic 2">
            <a:extLst>
              <a:ext uri="{FF2B5EF4-FFF2-40B4-BE49-F238E27FC236}">
                <a16:creationId xmlns:a16="http://schemas.microsoft.com/office/drawing/2014/main" id="{5DA50EEB-313C-AE96-0D72-9DCA0433665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580497" y="17299720"/>
            <a:ext cx="6143539" cy="4344860"/>
          </a:xfrm>
          <a:prstGeom prst="rect">
            <a:avLst/>
          </a:prstGeom>
        </p:spPr>
      </p:pic>
      <p:pic>
        <p:nvPicPr>
          <p:cNvPr id="8" name="Graphic 7">
            <a:extLst>
              <a:ext uri="{FF2B5EF4-FFF2-40B4-BE49-F238E27FC236}">
                <a16:creationId xmlns:a16="http://schemas.microsoft.com/office/drawing/2014/main" id="{8D6357D4-84B6-250D-6CC7-F047006F584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502007" y="22095671"/>
            <a:ext cx="1360493" cy="1798487"/>
          </a:xfrm>
          <a:prstGeom prst="rect">
            <a:avLst/>
          </a:prstGeom>
        </p:spPr>
      </p:pic>
      <p:pic>
        <p:nvPicPr>
          <p:cNvPr id="12" name="Graphic 11">
            <a:extLst>
              <a:ext uri="{FF2B5EF4-FFF2-40B4-BE49-F238E27FC236}">
                <a16:creationId xmlns:a16="http://schemas.microsoft.com/office/drawing/2014/main" id="{6ACC1D22-CF04-8832-2E68-65C7AFDE1B1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14181" y="21828406"/>
            <a:ext cx="2371177" cy="2371177"/>
          </a:xfrm>
          <a:prstGeom prst="rect">
            <a:avLst/>
          </a:prstGeom>
        </p:spPr>
      </p:pic>
      <p:pic>
        <p:nvPicPr>
          <p:cNvPr id="14" name="Graphic 13">
            <a:extLst>
              <a:ext uri="{FF2B5EF4-FFF2-40B4-BE49-F238E27FC236}">
                <a16:creationId xmlns:a16="http://schemas.microsoft.com/office/drawing/2014/main" id="{78D89E4A-AEE6-A2EB-6830-E3122F26BA6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657238" y="22006610"/>
            <a:ext cx="2123527" cy="2123527"/>
          </a:xfrm>
          <a:prstGeom prst="rect">
            <a:avLst/>
          </a:prstGeom>
        </p:spPr>
      </p:pic>
      <p:pic>
        <p:nvPicPr>
          <p:cNvPr id="16" name="Picture 15">
            <a:extLst>
              <a:ext uri="{FF2B5EF4-FFF2-40B4-BE49-F238E27FC236}">
                <a16:creationId xmlns:a16="http://schemas.microsoft.com/office/drawing/2014/main" id="{8C4E3180-2E0B-26CB-9754-DE7F44A9B4EA}"/>
              </a:ext>
            </a:extLst>
          </p:cNvPr>
          <p:cNvPicPr>
            <a:picLocks noChangeAspect="1"/>
          </p:cNvPicPr>
          <p:nvPr/>
        </p:nvPicPr>
        <p:blipFill>
          <a:blip r:embed="rId16"/>
          <a:stretch>
            <a:fillRect/>
          </a:stretch>
        </p:blipFill>
        <p:spPr>
          <a:xfrm>
            <a:off x="2508021" y="24297287"/>
            <a:ext cx="3560200" cy="1863071"/>
          </a:xfrm>
          <a:prstGeom prst="rect">
            <a:avLst/>
          </a:prstGeom>
        </p:spPr>
      </p:pic>
      <p:pic>
        <p:nvPicPr>
          <p:cNvPr id="18" name="Picture 17">
            <a:extLst>
              <a:ext uri="{FF2B5EF4-FFF2-40B4-BE49-F238E27FC236}">
                <a16:creationId xmlns:a16="http://schemas.microsoft.com/office/drawing/2014/main" id="{A96321AE-3F19-1802-094B-9A540D7BE12E}"/>
              </a:ext>
            </a:extLst>
          </p:cNvPr>
          <p:cNvPicPr>
            <a:picLocks noChangeAspect="1"/>
          </p:cNvPicPr>
          <p:nvPr/>
        </p:nvPicPr>
        <p:blipFill>
          <a:blip r:embed="rId17"/>
          <a:stretch>
            <a:fillRect/>
          </a:stretch>
        </p:blipFill>
        <p:spPr>
          <a:xfrm>
            <a:off x="6533444" y="24368396"/>
            <a:ext cx="1863071" cy="1863071"/>
          </a:xfrm>
          <a:prstGeom prst="rect">
            <a:avLst/>
          </a:prstGeom>
        </p:spPr>
      </p:pic>
      <p:pic>
        <p:nvPicPr>
          <p:cNvPr id="20" name="Graphic 19">
            <a:extLst>
              <a:ext uri="{FF2B5EF4-FFF2-40B4-BE49-F238E27FC236}">
                <a16:creationId xmlns:a16="http://schemas.microsoft.com/office/drawing/2014/main" id="{8F83B1AF-1C9B-C2B9-6A19-7BB033D611E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894646" y="24439260"/>
            <a:ext cx="1687157" cy="1687157"/>
          </a:xfrm>
          <a:prstGeom prst="rect">
            <a:avLst/>
          </a:prstGeom>
        </p:spPr>
      </p:pic>
      <p:pic>
        <p:nvPicPr>
          <p:cNvPr id="22" name="Graphic 21">
            <a:extLst>
              <a:ext uri="{FF2B5EF4-FFF2-40B4-BE49-F238E27FC236}">
                <a16:creationId xmlns:a16="http://schemas.microsoft.com/office/drawing/2014/main" id="{0EE11F09-BC3D-01D7-9381-425F11409ED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111271" y="27543483"/>
            <a:ext cx="2625697" cy="2625697"/>
          </a:xfrm>
          <a:prstGeom prst="rect">
            <a:avLst/>
          </a:prstGeom>
        </p:spPr>
      </p:pic>
      <p:pic>
        <p:nvPicPr>
          <p:cNvPr id="24" name="Graphic 23">
            <a:extLst>
              <a:ext uri="{FF2B5EF4-FFF2-40B4-BE49-F238E27FC236}">
                <a16:creationId xmlns:a16="http://schemas.microsoft.com/office/drawing/2014/main" id="{F86115E8-3EAE-E26D-A096-EB491106742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705365" y="27706565"/>
            <a:ext cx="2023778" cy="2023778"/>
          </a:xfrm>
          <a:prstGeom prst="rect">
            <a:avLst/>
          </a:prstGeom>
        </p:spPr>
      </p:pic>
      <p:pic>
        <p:nvPicPr>
          <p:cNvPr id="26" name="Picture 25">
            <a:extLst>
              <a:ext uri="{FF2B5EF4-FFF2-40B4-BE49-F238E27FC236}">
                <a16:creationId xmlns:a16="http://schemas.microsoft.com/office/drawing/2014/main" id="{BEC9A990-B17D-99A6-CB69-94797E82F815}"/>
              </a:ext>
            </a:extLst>
          </p:cNvPr>
          <p:cNvPicPr>
            <a:picLocks noChangeAspect="1"/>
          </p:cNvPicPr>
          <p:nvPr/>
        </p:nvPicPr>
        <p:blipFill>
          <a:blip r:embed="rId21"/>
          <a:stretch>
            <a:fillRect/>
          </a:stretch>
        </p:blipFill>
        <p:spPr>
          <a:xfrm>
            <a:off x="2910225" y="27543483"/>
            <a:ext cx="2625697" cy="2364343"/>
          </a:xfrm>
          <a:prstGeom prst="rect">
            <a:avLst/>
          </a:prstGeom>
        </p:spPr>
      </p:pic>
      <p:sp>
        <p:nvSpPr>
          <p:cNvPr id="27" name="Right Brace 26">
            <a:extLst>
              <a:ext uri="{FF2B5EF4-FFF2-40B4-BE49-F238E27FC236}">
                <a16:creationId xmlns:a16="http://schemas.microsoft.com/office/drawing/2014/main" id="{911B0F84-D132-FD37-0AA7-2E22200A252E}"/>
              </a:ext>
            </a:extLst>
          </p:cNvPr>
          <p:cNvSpPr/>
          <p:nvPr/>
        </p:nvSpPr>
        <p:spPr>
          <a:xfrm rot="5400000">
            <a:off x="5289140" y="27335551"/>
            <a:ext cx="912442" cy="567027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4D8395B7-2654-1D66-3BCF-3CDC8358EEC5}"/>
              </a:ext>
            </a:extLst>
          </p:cNvPr>
          <p:cNvSpPr txBox="1"/>
          <p:nvPr/>
        </p:nvSpPr>
        <p:spPr>
          <a:xfrm>
            <a:off x="3670977" y="30710634"/>
            <a:ext cx="4138418" cy="523220"/>
          </a:xfrm>
          <a:prstGeom prst="rect">
            <a:avLst/>
          </a:prstGeom>
          <a:noFill/>
        </p:spPr>
        <p:txBody>
          <a:bodyPr wrap="square" rtlCol="0">
            <a:spAutoFit/>
          </a:bodyPr>
          <a:lstStyle/>
          <a:p>
            <a:pPr algn="ctr"/>
            <a:r>
              <a:rPr lang="en-US" sz="2800" dirty="0"/>
              <a:t>For Q&amp;A mode</a:t>
            </a:r>
          </a:p>
        </p:txBody>
      </p:sp>
      <p:sp>
        <p:nvSpPr>
          <p:cNvPr id="29" name="Right Brace 28">
            <a:extLst>
              <a:ext uri="{FF2B5EF4-FFF2-40B4-BE49-F238E27FC236}">
                <a16:creationId xmlns:a16="http://schemas.microsoft.com/office/drawing/2014/main" id="{FEFA6A3C-6634-3C60-8923-F0BB0513F6E7}"/>
              </a:ext>
            </a:extLst>
          </p:cNvPr>
          <p:cNvSpPr/>
          <p:nvPr/>
        </p:nvSpPr>
        <p:spPr>
          <a:xfrm rot="5400000">
            <a:off x="10261032" y="29059049"/>
            <a:ext cx="912442" cy="222327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5EF8FF1B-511D-3B4C-92B7-FDB1DD8AAF12}"/>
              </a:ext>
            </a:extLst>
          </p:cNvPr>
          <p:cNvSpPr txBox="1"/>
          <p:nvPr/>
        </p:nvSpPr>
        <p:spPr>
          <a:xfrm>
            <a:off x="8772251" y="30710634"/>
            <a:ext cx="4138418" cy="523220"/>
          </a:xfrm>
          <a:prstGeom prst="rect">
            <a:avLst/>
          </a:prstGeom>
          <a:noFill/>
        </p:spPr>
        <p:txBody>
          <a:bodyPr wrap="square" rtlCol="0">
            <a:spAutoFit/>
          </a:bodyPr>
          <a:lstStyle/>
          <a:p>
            <a:pPr algn="ctr"/>
            <a:r>
              <a:rPr lang="en-US" sz="2800" dirty="0"/>
              <a:t>For SBML generation</a:t>
            </a:r>
          </a:p>
        </p:txBody>
      </p:sp>
      <p:sp>
        <p:nvSpPr>
          <p:cNvPr id="31" name="TextBox 30">
            <a:extLst>
              <a:ext uri="{FF2B5EF4-FFF2-40B4-BE49-F238E27FC236}">
                <a16:creationId xmlns:a16="http://schemas.microsoft.com/office/drawing/2014/main" id="{77BE66C5-17CB-EDF1-9F5C-4B5F523FC4BD}"/>
              </a:ext>
            </a:extLst>
          </p:cNvPr>
          <p:cNvSpPr txBox="1"/>
          <p:nvPr/>
        </p:nvSpPr>
        <p:spPr>
          <a:xfrm>
            <a:off x="30022802" y="5174982"/>
            <a:ext cx="12553948" cy="9569718"/>
          </a:xfrm>
          <a:prstGeom prst="rect">
            <a:avLst/>
          </a:prstGeom>
          <a:noFill/>
        </p:spPr>
        <p:txBody>
          <a:bodyPr wrap="square" rtlCol="0">
            <a:noAutofit/>
          </a:bodyPr>
          <a:lstStyle/>
          <a:p>
            <a:pPr marL="457200" indent="-457200">
              <a:buFont typeface="Arial" panose="020B0604020202020204" pitchFamily="34" charset="0"/>
              <a:buChar char="•"/>
            </a:pPr>
            <a:r>
              <a:rPr lang="en-US" sz="3400" dirty="0"/>
              <a:t>One drawback of using LLMs is that they are susceptible to hallucinations, where they generate false or inaccurate information</a:t>
            </a:r>
            <a:r>
              <a:rPr lang="en-US" sz="3400" baseline="30000" dirty="0"/>
              <a:t>3</a:t>
            </a:r>
            <a:r>
              <a:rPr lang="en-US" sz="3400" dirty="0"/>
              <a:t>. This tendency is more prominent when dealing with niche topics or information, which SBML can fall under. </a:t>
            </a:r>
          </a:p>
          <a:p>
            <a:pPr marL="457200" indent="-457200">
              <a:buFont typeface="Arial" panose="020B0604020202020204" pitchFamily="34" charset="0"/>
              <a:buChar char="•"/>
            </a:pPr>
            <a:r>
              <a:rPr lang="en-US" sz="3400" dirty="0"/>
              <a:t>To combat this, we implement different optimization techniques.</a:t>
            </a:r>
          </a:p>
          <a:p>
            <a:pPr marL="914400" lvl="1" indent="-457200">
              <a:buFont typeface="Courier New" panose="02070309020205020404" pitchFamily="49" charset="0"/>
              <a:buChar char="o"/>
            </a:pPr>
            <a:r>
              <a:rPr lang="en-US" sz="3400" dirty="0"/>
              <a:t>Prompt engineering</a:t>
            </a:r>
          </a:p>
          <a:p>
            <a:pPr marL="914400" lvl="1" indent="-457200">
              <a:buFont typeface="Courier New" panose="02070309020205020404" pitchFamily="49" charset="0"/>
              <a:buChar char="o"/>
            </a:pPr>
            <a:endParaRPr lang="en-US" sz="3400" dirty="0"/>
          </a:p>
          <a:p>
            <a:pPr lvl="1"/>
            <a:endParaRPr lang="en-US" sz="3400" dirty="0"/>
          </a:p>
          <a:p>
            <a:pPr lvl="1"/>
            <a:endParaRPr lang="en-US" sz="3400" dirty="0"/>
          </a:p>
          <a:p>
            <a:pPr marL="914400" lvl="1" indent="-457200">
              <a:buFont typeface="Courier New" panose="02070309020205020404" pitchFamily="49" charset="0"/>
              <a:buChar char="o"/>
            </a:pPr>
            <a:r>
              <a:rPr lang="en-US" sz="3400" dirty="0"/>
              <a:t>Few shot prompting</a:t>
            </a:r>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r>
              <a:rPr lang="en-US" sz="3400" dirty="0"/>
              <a:t>Retrieval augmented generation (RAG)</a:t>
            </a:r>
          </a:p>
        </p:txBody>
      </p:sp>
      <p:sp>
        <p:nvSpPr>
          <p:cNvPr id="2" name="Oval Callout 1">
            <a:extLst>
              <a:ext uri="{FF2B5EF4-FFF2-40B4-BE49-F238E27FC236}">
                <a16:creationId xmlns:a16="http://schemas.microsoft.com/office/drawing/2014/main" id="{E5D1FB62-6F5A-5F72-6EA4-A9DE879A8616}"/>
              </a:ext>
            </a:extLst>
          </p:cNvPr>
          <p:cNvSpPr/>
          <p:nvPr/>
        </p:nvSpPr>
        <p:spPr>
          <a:xfrm>
            <a:off x="31845423" y="9031666"/>
            <a:ext cx="3554219"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do I make soup?</a:t>
            </a:r>
          </a:p>
        </p:txBody>
      </p:sp>
      <p:sp>
        <p:nvSpPr>
          <p:cNvPr id="9" name="Oval Callout 8">
            <a:extLst>
              <a:ext uri="{FF2B5EF4-FFF2-40B4-BE49-F238E27FC236}">
                <a16:creationId xmlns:a16="http://schemas.microsoft.com/office/drawing/2014/main" id="{4C29E57D-7751-4278-5C4C-C7856AC5470E}"/>
              </a:ext>
            </a:extLst>
          </p:cNvPr>
          <p:cNvSpPr/>
          <p:nvPr/>
        </p:nvSpPr>
        <p:spPr>
          <a:xfrm>
            <a:off x="37407512" y="9031667"/>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do I make a low-sodium French onion soup?</a:t>
            </a:r>
          </a:p>
        </p:txBody>
      </p:sp>
      <p:sp>
        <p:nvSpPr>
          <p:cNvPr id="10" name="Oval Callout 9">
            <a:extLst>
              <a:ext uri="{FF2B5EF4-FFF2-40B4-BE49-F238E27FC236}">
                <a16:creationId xmlns:a16="http://schemas.microsoft.com/office/drawing/2014/main" id="{A160DC50-43E7-0A55-F9FD-B011FB0D5EB7}"/>
              </a:ext>
            </a:extLst>
          </p:cNvPr>
          <p:cNvSpPr/>
          <p:nvPr/>
        </p:nvSpPr>
        <p:spPr>
          <a:xfrm>
            <a:off x="31845421" y="11110351"/>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Please give me a soup recipe I would like!</a:t>
            </a:r>
          </a:p>
        </p:txBody>
      </p:sp>
      <p:sp>
        <p:nvSpPr>
          <p:cNvPr id="11" name="Oval Callout 10">
            <a:extLst>
              <a:ext uri="{FF2B5EF4-FFF2-40B4-BE49-F238E27FC236}">
                <a16:creationId xmlns:a16="http://schemas.microsoft.com/office/drawing/2014/main" id="{327E2C54-25FA-B0B7-BA78-126A9D5A0222}"/>
              </a:ext>
            </a:extLst>
          </p:cNvPr>
          <p:cNvSpPr/>
          <p:nvPr/>
        </p:nvSpPr>
        <p:spPr>
          <a:xfrm>
            <a:off x="37407511" y="11107720"/>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Here are examples of soups I like. Please give me a new soup recipe! </a:t>
            </a:r>
          </a:p>
        </p:txBody>
      </p:sp>
      <p:sp>
        <p:nvSpPr>
          <p:cNvPr id="15" name="TextBox 14">
            <a:extLst>
              <a:ext uri="{FF2B5EF4-FFF2-40B4-BE49-F238E27FC236}">
                <a16:creationId xmlns:a16="http://schemas.microsoft.com/office/drawing/2014/main" id="{869383D3-8D7A-E620-0F25-731DB9C79F3A}"/>
              </a:ext>
            </a:extLst>
          </p:cNvPr>
          <p:cNvSpPr txBox="1"/>
          <p:nvPr/>
        </p:nvSpPr>
        <p:spPr>
          <a:xfrm>
            <a:off x="36071988" y="9289771"/>
            <a:ext cx="1341120" cy="615553"/>
          </a:xfrm>
          <a:prstGeom prst="rect">
            <a:avLst/>
          </a:prstGeom>
          <a:noFill/>
        </p:spPr>
        <p:txBody>
          <a:bodyPr wrap="square" rtlCol="0">
            <a:spAutoFit/>
          </a:bodyPr>
          <a:lstStyle/>
          <a:p>
            <a:r>
              <a:rPr lang="en-US" sz="3400" dirty="0"/>
              <a:t>vs.</a:t>
            </a:r>
          </a:p>
        </p:txBody>
      </p:sp>
      <p:sp>
        <p:nvSpPr>
          <p:cNvPr id="17" name="TextBox 16">
            <a:extLst>
              <a:ext uri="{FF2B5EF4-FFF2-40B4-BE49-F238E27FC236}">
                <a16:creationId xmlns:a16="http://schemas.microsoft.com/office/drawing/2014/main" id="{2A8D278E-DF73-086E-AC6B-9C451FF0115E}"/>
              </a:ext>
            </a:extLst>
          </p:cNvPr>
          <p:cNvSpPr txBox="1"/>
          <p:nvPr/>
        </p:nvSpPr>
        <p:spPr>
          <a:xfrm>
            <a:off x="36071988" y="11372363"/>
            <a:ext cx="1341120" cy="615553"/>
          </a:xfrm>
          <a:prstGeom prst="rect">
            <a:avLst/>
          </a:prstGeom>
          <a:noFill/>
        </p:spPr>
        <p:txBody>
          <a:bodyPr wrap="square" rtlCol="0">
            <a:spAutoFit/>
          </a:bodyPr>
          <a:lstStyle/>
          <a:p>
            <a:r>
              <a:rPr lang="en-US" sz="3400" dirty="0"/>
              <a:t>vs.</a:t>
            </a:r>
          </a:p>
        </p:txBody>
      </p:sp>
      <p:sp>
        <p:nvSpPr>
          <p:cNvPr id="19" name="Oval Callout 18">
            <a:extLst>
              <a:ext uri="{FF2B5EF4-FFF2-40B4-BE49-F238E27FC236}">
                <a16:creationId xmlns:a16="http://schemas.microsoft.com/office/drawing/2014/main" id="{7C2A5DDE-3942-9E41-7425-05F40DD82B64}"/>
              </a:ext>
            </a:extLst>
          </p:cNvPr>
          <p:cNvSpPr/>
          <p:nvPr/>
        </p:nvSpPr>
        <p:spPr>
          <a:xfrm>
            <a:off x="31845421" y="13243137"/>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What’s the pH of egg yolks?</a:t>
            </a:r>
          </a:p>
        </p:txBody>
      </p:sp>
      <p:sp>
        <p:nvSpPr>
          <p:cNvPr id="21" name="Oval Callout 20">
            <a:extLst>
              <a:ext uri="{FF2B5EF4-FFF2-40B4-BE49-F238E27FC236}">
                <a16:creationId xmlns:a16="http://schemas.microsoft.com/office/drawing/2014/main" id="{74808FDB-7473-B83E-0359-9BD7336A3C48}"/>
              </a:ext>
            </a:extLst>
          </p:cNvPr>
          <p:cNvSpPr/>
          <p:nvPr/>
        </p:nvSpPr>
        <p:spPr>
          <a:xfrm>
            <a:off x="37407512" y="13238802"/>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Here’s a book on food science. What’s the pH of egg yolks?</a:t>
            </a:r>
          </a:p>
        </p:txBody>
      </p:sp>
      <p:sp>
        <p:nvSpPr>
          <p:cNvPr id="23" name="TextBox 22">
            <a:extLst>
              <a:ext uri="{FF2B5EF4-FFF2-40B4-BE49-F238E27FC236}">
                <a16:creationId xmlns:a16="http://schemas.microsoft.com/office/drawing/2014/main" id="{1BFD8173-5C26-BBD7-1B4C-331216214CD4}"/>
              </a:ext>
            </a:extLst>
          </p:cNvPr>
          <p:cNvSpPr txBox="1"/>
          <p:nvPr/>
        </p:nvSpPr>
        <p:spPr>
          <a:xfrm>
            <a:off x="36071988" y="13467507"/>
            <a:ext cx="1341120" cy="615553"/>
          </a:xfrm>
          <a:prstGeom prst="rect">
            <a:avLst/>
          </a:prstGeom>
          <a:noFill/>
        </p:spPr>
        <p:txBody>
          <a:bodyPr wrap="square" rtlCol="0">
            <a:spAutoFit/>
          </a:bodyPr>
          <a:lstStyle/>
          <a:p>
            <a:r>
              <a:rPr lang="en-US" sz="3400" dirty="0"/>
              <a:t>vs.</a:t>
            </a:r>
          </a:p>
        </p:txBody>
      </p:sp>
      <p:sp>
        <p:nvSpPr>
          <p:cNvPr id="25" name="TextBox 24">
            <a:extLst>
              <a:ext uri="{FF2B5EF4-FFF2-40B4-BE49-F238E27FC236}">
                <a16:creationId xmlns:a16="http://schemas.microsoft.com/office/drawing/2014/main" id="{CEA8DC87-1FAC-A974-1B7A-2D74C2F37526}"/>
              </a:ext>
            </a:extLst>
          </p:cNvPr>
          <p:cNvSpPr txBox="1"/>
          <p:nvPr/>
        </p:nvSpPr>
        <p:spPr>
          <a:xfrm>
            <a:off x="30067246" y="16660735"/>
            <a:ext cx="12553948" cy="6897541"/>
          </a:xfrm>
          <a:prstGeom prst="rect">
            <a:avLst/>
          </a:prstGeom>
          <a:noFill/>
        </p:spPr>
        <p:txBody>
          <a:bodyPr wrap="square" rtlCol="0">
            <a:noAutofit/>
          </a:bodyPr>
          <a:lstStyle/>
          <a:p>
            <a:pPr marL="457200" indent="-457200">
              <a:buFont typeface="Arial" panose="020B0604020202020204" pitchFamily="34" charset="0"/>
              <a:buChar char="•"/>
            </a:pPr>
            <a:r>
              <a:rPr lang="en-US" sz="3400" dirty="0"/>
              <a:t>Through </a:t>
            </a:r>
            <a:r>
              <a:rPr lang="en-US" sz="3400" i="1" dirty="0"/>
              <a:t>SBML Multi Generation Wizard</a:t>
            </a:r>
            <a:r>
              <a:rPr lang="en-US" sz="3400" dirty="0"/>
              <a:t>, we showcase a promising method of generating SBML Multi files from images, allowing users easier access to other Simmune tools, such as </a:t>
            </a:r>
            <a:r>
              <a:rPr lang="en-US" sz="3400" dirty="0" err="1"/>
              <a:t>SimAnalyzer</a:t>
            </a:r>
            <a:r>
              <a:rPr lang="en-US" sz="3400" dirty="0"/>
              <a:t> and Simmune Simulator to simulate cell signaling pathways and other simulations. </a:t>
            </a:r>
          </a:p>
          <a:p>
            <a:endParaRPr lang="en-US" sz="3400" dirty="0"/>
          </a:p>
          <a:p>
            <a:pPr marL="457200" indent="-457200">
              <a:buFont typeface="Arial" panose="020B0604020202020204" pitchFamily="34" charset="0"/>
              <a:buChar char="•"/>
            </a:pPr>
            <a:r>
              <a:rPr lang="en-US" sz="3400" dirty="0"/>
              <a:t>Future opportunities for extending the wizard’s capabilities could include:</a:t>
            </a:r>
          </a:p>
          <a:p>
            <a:pPr marL="914400" lvl="1" indent="-457200">
              <a:buFont typeface="Courier New" panose="02070309020205020404" pitchFamily="49" charset="0"/>
              <a:buChar char="o"/>
            </a:pPr>
            <a:r>
              <a:rPr lang="en-US" sz="3400" dirty="0"/>
              <a:t>Creating a ‘coach’ to explain errors found during validation and biological insights from the model.</a:t>
            </a:r>
          </a:p>
          <a:p>
            <a:pPr marL="914400" lvl="1" indent="-457200">
              <a:buFont typeface="Courier New" panose="02070309020205020404" pitchFamily="49" charset="0"/>
              <a:buChar char="o"/>
            </a:pPr>
            <a:r>
              <a:rPr lang="en-US" sz="3400" dirty="0"/>
              <a:t>Adding a history section for past requests</a:t>
            </a:r>
          </a:p>
          <a:p>
            <a:pPr marL="914400" lvl="1" indent="-457200">
              <a:buFont typeface="Courier New" panose="02070309020205020404" pitchFamily="49" charset="0"/>
              <a:buChar char="o"/>
            </a:pPr>
            <a:r>
              <a:rPr lang="en-US" sz="3400" dirty="0"/>
              <a:t>Pauses during generation to allow for the user to fill in fields that the LLM may detect it lacks from inputted information.</a:t>
            </a:r>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a:p>
            <a:pPr marL="914400" lvl="1" indent="-457200">
              <a:buFont typeface="Courier New" panose="02070309020205020404" pitchFamily="49" charset="0"/>
              <a:buChar char="o"/>
            </a:pPr>
            <a:endParaRPr lang="en-US" sz="3400" dirty="0"/>
          </a:p>
        </p:txBody>
      </p:sp>
      <p:pic>
        <p:nvPicPr>
          <p:cNvPr id="33" name="Picture 32">
            <a:extLst>
              <a:ext uri="{FF2B5EF4-FFF2-40B4-BE49-F238E27FC236}">
                <a16:creationId xmlns:a16="http://schemas.microsoft.com/office/drawing/2014/main" id="{5B6304A3-8317-6568-2F47-E5C736518FA0}"/>
              </a:ext>
            </a:extLst>
          </p:cNvPr>
          <p:cNvPicPr>
            <a:picLocks noChangeAspect="1"/>
          </p:cNvPicPr>
          <p:nvPr/>
        </p:nvPicPr>
        <p:blipFill>
          <a:blip r:embed="rId22"/>
          <a:stretch>
            <a:fillRect/>
          </a:stretch>
        </p:blipFill>
        <p:spPr>
          <a:xfrm>
            <a:off x="24980110" y="8719769"/>
            <a:ext cx="13586547" cy="7394038"/>
          </a:xfrm>
          <a:prstGeom prst="rect">
            <a:avLst/>
          </a:prstGeom>
        </p:spPr>
      </p:pic>
    </p:spTree>
    <p:extLst>
      <p:ext uri="{BB962C8B-B14F-4D97-AF65-F5344CB8AC3E}">
        <p14:creationId xmlns:p14="http://schemas.microsoft.com/office/powerpoint/2010/main" val="7345663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Office Theme</Template>
  <TotalTime>7448</TotalTime>
  <Words>1449</Words>
  <Application>Microsoft Macintosh PowerPoint</Application>
  <PresentationFormat>Custom</PresentationFormat>
  <Paragraphs>167</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 Display</vt:lpstr>
      <vt:lpstr>Arial</vt:lpstr>
      <vt:lpstr>Aptos</vt:lpstr>
      <vt:lpstr>Wingdings</vt:lpstr>
      <vt:lpstr>Courier New</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 Ethan (NIH/NIAID) [F]</dc:creator>
  <cp:lastModifiedBy>Zhu, Ethan (NIH/NIAID) [F]</cp:lastModifiedBy>
  <cp:revision>8</cp:revision>
  <cp:lastPrinted>2026-07-30T14:47:22Z</cp:lastPrinted>
  <dcterms:created xsi:type="dcterms:W3CDTF">2026-07-20T14:33:11Z</dcterms:created>
  <dcterms:modified xsi:type="dcterms:W3CDTF">2026-07-30T18:48:48Z</dcterms:modified>
</cp:coreProperties>
</file>